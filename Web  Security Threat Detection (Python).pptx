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31"/>
  </p:notesMasterIdLst>
  <p:sldIdLst>
    <p:sldId id="290" r:id="rId3"/>
    <p:sldId id="257" r:id="rId4"/>
    <p:sldId id="275" r:id="rId5"/>
    <p:sldId id="268" r:id="rId6"/>
    <p:sldId id="269" r:id="rId7"/>
    <p:sldId id="271" r:id="rId8"/>
    <p:sldId id="259" r:id="rId9"/>
    <p:sldId id="260" r:id="rId10"/>
    <p:sldId id="261" r:id="rId11"/>
    <p:sldId id="262" r:id="rId12"/>
    <p:sldId id="263" r:id="rId13"/>
    <p:sldId id="264" r:id="rId14"/>
    <p:sldId id="265" r:id="rId15"/>
    <p:sldId id="282" r:id="rId16"/>
    <p:sldId id="283" r:id="rId17"/>
    <p:sldId id="284" r:id="rId18"/>
    <p:sldId id="285" r:id="rId19"/>
    <p:sldId id="286" r:id="rId20"/>
    <p:sldId id="287" r:id="rId21"/>
    <p:sldId id="288" r:id="rId22"/>
    <p:sldId id="277" r:id="rId23"/>
    <p:sldId id="278" r:id="rId24"/>
    <p:sldId id="279" r:id="rId25"/>
    <p:sldId id="280" r:id="rId26"/>
    <p:sldId id="281" r:id="rId27"/>
    <p:sldId id="266" r:id="rId28"/>
    <p:sldId id="289" r:id="rId29"/>
    <p:sldId id="291"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BA598D4-9BFF-4894-8153-A53E7B9BC09B}">
          <p14:sldIdLst>
            <p14:sldId id="290"/>
            <p14:sldId id="257"/>
            <p14:sldId id="275"/>
            <p14:sldId id="268"/>
            <p14:sldId id="269"/>
            <p14:sldId id="271"/>
            <p14:sldId id="259"/>
            <p14:sldId id="260"/>
            <p14:sldId id="261"/>
            <p14:sldId id="262"/>
            <p14:sldId id="263"/>
            <p14:sldId id="264"/>
          </p14:sldIdLst>
        </p14:section>
        <p14:section name="Untitled Section" id="{93FB9F15-780B-4A27-831B-4BE1AEDF4AED}">
          <p14:sldIdLst>
            <p14:sldId id="265"/>
            <p14:sldId id="282"/>
            <p14:sldId id="283"/>
            <p14:sldId id="284"/>
            <p14:sldId id="285"/>
            <p14:sldId id="286"/>
            <p14:sldId id="287"/>
            <p14:sldId id="288"/>
            <p14:sldId id="277"/>
            <p14:sldId id="278"/>
            <p14:sldId id="279"/>
            <p14:sldId id="280"/>
          </p14:sldIdLst>
        </p14:section>
        <p14:section name="Untitled Section" id="{7FCDE4DD-2062-484B-9C62-D09FB024A952}">
          <p14:sldIdLst>
            <p14:sldId id="281"/>
            <p14:sldId id="266"/>
            <p14:sldId id="289"/>
            <p14:sldId id="291"/>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C62D92C-66FF-49B8-93B3-EA6688EFD71D}" v="11" dt="2025-09-29T04:02:43.1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591" autoAdjust="0"/>
    <p:restoredTop sz="94660"/>
  </p:normalViewPr>
  <p:slideViewPr>
    <p:cSldViewPr>
      <p:cViewPr varScale="1">
        <p:scale>
          <a:sx n="78" d="100"/>
          <a:sy n="78" d="100"/>
        </p:scale>
        <p:origin x="1733"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microsoft.com/office/2016/11/relationships/changesInfo" Target="changesInfos/changesInfo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 Hemanth" userId="6e7c80cfb3309b53" providerId="LiveId" clId="{36B58D92-F101-4CCF-A7DF-DDAADFFF7898}"/>
    <pc:docChg chg="undo custSel addSld delSld modSld addSection modSection">
      <pc:chgData name="K Hemanth" userId="6e7c80cfb3309b53" providerId="LiveId" clId="{36B58D92-F101-4CCF-A7DF-DDAADFFF7898}" dt="2025-09-29T04:03:11.915" v="292" actId="20577"/>
      <pc:docMkLst>
        <pc:docMk/>
      </pc:docMkLst>
      <pc:sldChg chg="modSp mod">
        <pc:chgData name="K Hemanth" userId="6e7c80cfb3309b53" providerId="LiveId" clId="{36B58D92-F101-4CCF-A7DF-DDAADFFF7898}" dt="2025-09-29T03:42:09.500" v="19" actId="1076"/>
        <pc:sldMkLst>
          <pc:docMk/>
          <pc:sldMk cId="0" sldId="257"/>
        </pc:sldMkLst>
        <pc:spChg chg="mod">
          <ac:chgData name="K Hemanth" userId="6e7c80cfb3309b53" providerId="LiveId" clId="{36B58D92-F101-4CCF-A7DF-DDAADFFF7898}" dt="2025-09-29T03:41:50.811" v="16" actId="255"/>
          <ac:spMkLst>
            <pc:docMk/>
            <pc:sldMk cId="0" sldId="257"/>
            <ac:spMk id="2" creationId="{00000000-0000-0000-0000-000000000000}"/>
          </ac:spMkLst>
        </pc:spChg>
        <pc:spChg chg="mod">
          <ac:chgData name="K Hemanth" userId="6e7c80cfb3309b53" providerId="LiveId" clId="{36B58D92-F101-4CCF-A7DF-DDAADFFF7898}" dt="2025-09-29T03:42:09.500" v="19" actId="1076"/>
          <ac:spMkLst>
            <pc:docMk/>
            <pc:sldMk cId="0" sldId="257"/>
            <ac:spMk id="3" creationId="{00000000-0000-0000-0000-000000000000}"/>
          </ac:spMkLst>
        </pc:spChg>
      </pc:sldChg>
      <pc:sldChg chg="modSp mod">
        <pc:chgData name="K Hemanth" userId="6e7c80cfb3309b53" providerId="LiveId" clId="{36B58D92-F101-4CCF-A7DF-DDAADFFF7898}" dt="2025-09-29T03:48:20.659" v="116"/>
        <pc:sldMkLst>
          <pc:docMk/>
          <pc:sldMk cId="0" sldId="259"/>
        </pc:sldMkLst>
        <pc:spChg chg="mod">
          <ac:chgData name="K Hemanth" userId="6e7c80cfb3309b53" providerId="LiveId" clId="{36B58D92-F101-4CCF-A7DF-DDAADFFF7898}" dt="2025-09-29T03:47:34.523" v="102" actId="404"/>
          <ac:spMkLst>
            <pc:docMk/>
            <pc:sldMk cId="0" sldId="259"/>
            <ac:spMk id="2" creationId="{00000000-0000-0000-0000-000000000000}"/>
          </ac:spMkLst>
        </pc:spChg>
        <pc:spChg chg="mod">
          <ac:chgData name="K Hemanth" userId="6e7c80cfb3309b53" providerId="LiveId" clId="{36B58D92-F101-4CCF-A7DF-DDAADFFF7898}" dt="2025-09-29T03:48:20.659" v="116"/>
          <ac:spMkLst>
            <pc:docMk/>
            <pc:sldMk cId="0" sldId="259"/>
            <ac:spMk id="3" creationId="{00000000-0000-0000-0000-000000000000}"/>
          </ac:spMkLst>
        </pc:spChg>
      </pc:sldChg>
      <pc:sldChg chg="modSp mod">
        <pc:chgData name="K Hemanth" userId="6e7c80cfb3309b53" providerId="LiveId" clId="{36B58D92-F101-4CCF-A7DF-DDAADFFF7898}" dt="2025-09-29T03:48:46.981" v="124" actId="404"/>
        <pc:sldMkLst>
          <pc:docMk/>
          <pc:sldMk cId="0" sldId="260"/>
        </pc:sldMkLst>
        <pc:spChg chg="mod">
          <ac:chgData name="K Hemanth" userId="6e7c80cfb3309b53" providerId="LiveId" clId="{36B58D92-F101-4CCF-A7DF-DDAADFFF7898}" dt="2025-09-29T03:48:46.981" v="124" actId="404"/>
          <ac:spMkLst>
            <pc:docMk/>
            <pc:sldMk cId="0" sldId="260"/>
            <ac:spMk id="2" creationId="{00000000-0000-0000-0000-000000000000}"/>
          </ac:spMkLst>
        </pc:spChg>
        <pc:spChg chg="mod">
          <ac:chgData name="K Hemanth" userId="6e7c80cfb3309b53" providerId="LiveId" clId="{36B58D92-F101-4CCF-A7DF-DDAADFFF7898}" dt="2025-09-29T03:48:41.421" v="123" actId="255"/>
          <ac:spMkLst>
            <pc:docMk/>
            <pc:sldMk cId="0" sldId="260"/>
            <ac:spMk id="3" creationId="{00000000-0000-0000-0000-000000000000}"/>
          </ac:spMkLst>
        </pc:spChg>
      </pc:sldChg>
      <pc:sldChg chg="modSp mod">
        <pc:chgData name="K Hemanth" userId="6e7c80cfb3309b53" providerId="LiveId" clId="{36B58D92-F101-4CCF-A7DF-DDAADFFF7898}" dt="2025-09-29T03:49:50.337" v="142" actId="20577"/>
        <pc:sldMkLst>
          <pc:docMk/>
          <pc:sldMk cId="0" sldId="261"/>
        </pc:sldMkLst>
        <pc:spChg chg="mod">
          <ac:chgData name="K Hemanth" userId="6e7c80cfb3309b53" providerId="LiveId" clId="{36B58D92-F101-4CCF-A7DF-DDAADFFF7898}" dt="2025-09-29T03:49:08.383" v="129" actId="20577"/>
          <ac:spMkLst>
            <pc:docMk/>
            <pc:sldMk cId="0" sldId="261"/>
            <ac:spMk id="2" creationId="{00000000-0000-0000-0000-000000000000}"/>
          </ac:spMkLst>
        </pc:spChg>
        <pc:spChg chg="mod">
          <ac:chgData name="K Hemanth" userId="6e7c80cfb3309b53" providerId="LiveId" clId="{36B58D92-F101-4CCF-A7DF-DDAADFFF7898}" dt="2025-09-29T03:49:50.337" v="142" actId="20577"/>
          <ac:spMkLst>
            <pc:docMk/>
            <pc:sldMk cId="0" sldId="261"/>
            <ac:spMk id="3" creationId="{00000000-0000-0000-0000-000000000000}"/>
          </ac:spMkLst>
        </pc:spChg>
      </pc:sldChg>
      <pc:sldChg chg="modSp mod">
        <pc:chgData name="K Hemanth" userId="6e7c80cfb3309b53" providerId="LiveId" clId="{36B58D92-F101-4CCF-A7DF-DDAADFFF7898}" dt="2025-09-29T03:50:23.063" v="147" actId="255"/>
        <pc:sldMkLst>
          <pc:docMk/>
          <pc:sldMk cId="0" sldId="262"/>
        </pc:sldMkLst>
        <pc:spChg chg="mod">
          <ac:chgData name="K Hemanth" userId="6e7c80cfb3309b53" providerId="LiveId" clId="{36B58D92-F101-4CCF-A7DF-DDAADFFF7898}" dt="2025-09-29T03:50:05.793" v="144" actId="404"/>
          <ac:spMkLst>
            <pc:docMk/>
            <pc:sldMk cId="0" sldId="262"/>
            <ac:spMk id="2" creationId="{00000000-0000-0000-0000-000000000000}"/>
          </ac:spMkLst>
        </pc:spChg>
        <pc:spChg chg="mod">
          <ac:chgData name="K Hemanth" userId="6e7c80cfb3309b53" providerId="LiveId" clId="{36B58D92-F101-4CCF-A7DF-DDAADFFF7898}" dt="2025-09-29T03:50:23.063" v="147" actId="255"/>
          <ac:spMkLst>
            <pc:docMk/>
            <pc:sldMk cId="0" sldId="262"/>
            <ac:spMk id="3" creationId="{00000000-0000-0000-0000-000000000000}"/>
          </ac:spMkLst>
        </pc:spChg>
      </pc:sldChg>
      <pc:sldChg chg="modSp mod">
        <pc:chgData name="K Hemanth" userId="6e7c80cfb3309b53" providerId="LiveId" clId="{36B58D92-F101-4CCF-A7DF-DDAADFFF7898}" dt="2025-09-29T03:50:42.145" v="151" actId="404"/>
        <pc:sldMkLst>
          <pc:docMk/>
          <pc:sldMk cId="0" sldId="263"/>
        </pc:sldMkLst>
        <pc:spChg chg="mod">
          <ac:chgData name="K Hemanth" userId="6e7c80cfb3309b53" providerId="LiveId" clId="{36B58D92-F101-4CCF-A7DF-DDAADFFF7898}" dt="2025-09-29T03:50:31.090" v="148" actId="404"/>
          <ac:spMkLst>
            <pc:docMk/>
            <pc:sldMk cId="0" sldId="263"/>
            <ac:spMk id="2" creationId="{00000000-0000-0000-0000-000000000000}"/>
          </ac:spMkLst>
        </pc:spChg>
        <pc:spChg chg="mod">
          <ac:chgData name="K Hemanth" userId="6e7c80cfb3309b53" providerId="LiveId" clId="{36B58D92-F101-4CCF-A7DF-DDAADFFF7898}" dt="2025-09-29T03:50:42.145" v="151" actId="404"/>
          <ac:spMkLst>
            <pc:docMk/>
            <pc:sldMk cId="0" sldId="263"/>
            <ac:spMk id="3" creationId="{00000000-0000-0000-0000-000000000000}"/>
          </ac:spMkLst>
        </pc:spChg>
      </pc:sldChg>
      <pc:sldChg chg="modSp mod">
        <pc:chgData name="K Hemanth" userId="6e7c80cfb3309b53" providerId="LiveId" clId="{36B58D92-F101-4CCF-A7DF-DDAADFFF7898}" dt="2025-09-29T03:51:30.285" v="156" actId="2711"/>
        <pc:sldMkLst>
          <pc:docMk/>
          <pc:sldMk cId="0" sldId="264"/>
        </pc:sldMkLst>
        <pc:spChg chg="mod">
          <ac:chgData name="K Hemanth" userId="6e7c80cfb3309b53" providerId="LiveId" clId="{36B58D92-F101-4CCF-A7DF-DDAADFFF7898}" dt="2025-09-29T03:51:30.285" v="156" actId="2711"/>
          <ac:spMkLst>
            <pc:docMk/>
            <pc:sldMk cId="0" sldId="264"/>
            <ac:spMk id="2" creationId="{00000000-0000-0000-0000-000000000000}"/>
          </ac:spMkLst>
        </pc:spChg>
        <pc:spChg chg="mod">
          <ac:chgData name="K Hemanth" userId="6e7c80cfb3309b53" providerId="LiveId" clId="{36B58D92-F101-4CCF-A7DF-DDAADFFF7898}" dt="2025-09-29T03:50:56.078" v="154" actId="404"/>
          <ac:spMkLst>
            <pc:docMk/>
            <pc:sldMk cId="0" sldId="264"/>
            <ac:spMk id="3" creationId="{00000000-0000-0000-0000-000000000000}"/>
          </ac:spMkLst>
        </pc:spChg>
      </pc:sldChg>
      <pc:sldChg chg="modSp mod">
        <pc:chgData name="K Hemanth" userId="6e7c80cfb3309b53" providerId="LiveId" clId="{36B58D92-F101-4CCF-A7DF-DDAADFFF7898}" dt="2025-09-29T03:52:10.650" v="164" actId="404"/>
        <pc:sldMkLst>
          <pc:docMk/>
          <pc:sldMk cId="0" sldId="265"/>
        </pc:sldMkLst>
        <pc:spChg chg="mod">
          <ac:chgData name="K Hemanth" userId="6e7c80cfb3309b53" providerId="LiveId" clId="{36B58D92-F101-4CCF-A7DF-DDAADFFF7898}" dt="2025-09-29T03:52:10.650" v="164" actId="404"/>
          <ac:spMkLst>
            <pc:docMk/>
            <pc:sldMk cId="0" sldId="265"/>
            <ac:spMk id="2" creationId="{00000000-0000-0000-0000-000000000000}"/>
          </ac:spMkLst>
        </pc:spChg>
      </pc:sldChg>
      <pc:sldChg chg="modSp mod">
        <pc:chgData name="K Hemanth" userId="6e7c80cfb3309b53" providerId="LiveId" clId="{36B58D92-F101-4CCF-A7DF-DDAADFFF7898}" dt="2025-09-29T04:00:27.608" v="257" actId="11"/>
        <pc:sldMkLst>
          <pc:docMk/>
          <pc:sldMk cId="0" sldId="266"/>
        </pc:sldMkLst>
        <pc:spChg chg="mod">
          <ac:chgData name="K Hemanth" userId="6e7c80cfb3309b53" providerId="LiveId" clId="{36B58D92-F101-4CCF-A7DF-DDAADFFF7898}" dt="2025-09-29T03:56:20.908" v="220" actId="404"/>
          <ac:spMkLst>
            <pc:docMk/>
            <pc:sldMk cId="0" sldId="266"/>
            <ac:spMk id="2" creationId="{00000000-0000-0000-0000-000000000000}"/>
          </ac:spMkLst>
        </pc:spChg>
        <pc:spChg chg="mod">
          <ac:chgData name="K Hemanth" userId="6e7c80cfb3309b53" providerId="LiveId" clId="{36B58D92-F101-4CCF-A7DF-DDAADFFF7898}" dt="2025-09-29T04:00:27.608" v="257" actId="11"/>
          <ac:spMkLst>
            <pc:docMk/>
            <pc:sldMk cId="0" sldId="266"/>
            <ac:spMk id="3" creationId="{00000000-0000-0000-0000-000000000000}"/>
          </ac:spMkLst>
        </pc:spChg>
      </pc:sldChg>
      <pc:sldChg chg="modSp mod">
        <pc:chgData name="K Hemanth" userId="6e7c80cfb3309b53" providerId="LiveId" clId="{36B58D92-F101-4CCF-A7DF-DDAADFFF7898}" dt="2025-09-29T03:44:56.082" v="45" actId="14100"/>
        <pc:sldMkLst>
          <pc:docMk/>
          <pc:sldMk cId="0" sldId="268"/>
        </pc:sldMkLst>
        <pc:spChg chg="mod">
          <ac:chgData name="K Hemanth" userId="6e7c80cfb3309b53" providerId="LiveId" clId="{36B58D92-F101-4CCF-A7DF-DDAADFFF7898}" dt="2025-09-29T03:43:38.644" v="31" actId="255"/>
          <ac:spMkLst>
            <pc:docMk/>
            <pc:sldMk cId="0" sldId="268"/>
            <ac:spMk id="2" creationId="{00000000-0000-0000-0000-000000000000}"/>
          </ac:spMkLst>
        </pc:spChg>
        <pc:spChg chg="mod">
          <ac:chgData name="K Hemanth" userId="6e7c80cfb3309b53" providerId="LiveId" clId="{36B58D92-F101-4CCF-A7DF-DDAADFFF7898}" dt="2025-09-29T03:44:56.082" v="45" actId="14100"/>
          <ac:spMkLst>
            <pc:docMk/>
            <pc:sldMk cId="0" sldId="268"/>
            <ac:spMk id="3" creationId="{00000000-0000-0000-0000-000000000000}"/>
          </ac:spMkLst>
        </pc:spChg>
      </pc:sldChg>
      <pc:sldChg chg="modSp mod">
        <pc:chgData name="K Hemanth" userId="6e7c80cfb3309b53" providerId="LiveId" clId="{36B58D92-F101-4CCF-A7DF-DDAADFFF7898}" dt="2025-09-29T03:46:02.733" v="62" actId="255"/>
        <pc:sldMkLst>
          <pc:docMk/>
          <pc:sldMk cId="0" sldId="269"/>
        </pc:sldMkLst>
        <pc:spChg chg="mod">
          <ac:chgData name="K Hemanth" userId="6e7c80cfb3309b53" providerId="LiveId" clId="{36B58D92-F101-4CCF-A7DF-DDAADFFF7898}" dt="2025-09-29T03:46:02.733" v="62" actId="255"/>
          <ac:spMkLst>
            <pc:docMk/>
            <pc:sldMk cId="0" sldId="269"/>
            <ac:spMk id="2" creationId="{00000000-0000-0000-0000-000000000000}"/>
          </ac:spMkLst>
        </pc:spChg>
        <pc:spChg chg="mod">
          <ac:chgData name="K Hemanth" userId="6e7c80cfb3309b53" providerId="LiveId" clId="{36B58D92-F101-4CCF-A7DF-DDAADFFF7898}" dt="2025-09-29T03:45:46.154" v="61" actId="27636"/>
          <ac:spMkLst>
            <pc:docMk/>
            <pc:sldMk cId="0" sldId="269"/>
            <ac:spMk id="3" creationId="{00000000-0000-0000-0000-000000000000}"/>
          </ac:spMkLst>
        </pc:spChg>
      </pc:sldChg>
      <pc:sldChg chg="modSp mod">
        <pc:chgData name="K Hemanth" userId="6e7c80cfb3309b53" providerId="LiveId" clId="{36B58D92-F101-4CCF-A7DF-DDAADFFF7898}" dt="2025-09-29T03:47:21.637" v="100" actId="403"/>
        <pc:sldMkLst>
          <pc:docMk/>
          <pc:sldMk cId="0" sldId="271"/>
        </pc:sldMkLst>
        <pc:spChg chg="mod">
          <ac:chgData name="K Hemanth" userId="6e7c80cfb3309b53" providerId="LiveId" clId="{36B58D92-F101-4CCF-A7DF-DDAADFFF7898}" dt="2025-09-29T03:47:21.637" v="100" actId="403"/>
          <ac:spMkLst>
            <pc:docMk/>
            <pc:sldMk cId="0" sldId="271"/>
            <ac:spMk id="2" creationId="{00000000-0000-0000-0000-000000000000}"/>
          </ac:spMkLst>
        </pc:spChg>
        <pc:spChg chg="mod">
          <ac:chgData name="K Hemanth" userId="6e7c80cfb3309b53" providerId="LiveId" clId="{36B58D92-F101-4CCF-A7DF-DDAADFFF7898}" dt="2025-09-29T03:47:09.828" v="96" actId="403"/>
          <ac:spMkLst>
            <pc:docMk/>
            <pc:sldMk cId="0" sldId="271"/>
            <ac:spMk id="3" creationId="{00000000-0000-0000-0000-000000000000}"/>
          </ac:spMkLst>
        </pc:spChg>
      </pc:sldChg>
      <pc:sldChg chg="modSp del mod">
        <pc:chgData name="K Hemanth" userId="6e7c80cfb3309b53" providerId="LiveId" clId="{36B58D92-F101-4CCF-A7DF-DDAADFFF7898}" dt="2025-09-29T03:47:24.947" v="101" actId="47"/>
        <pc:sldMkLst>
          <pc:docMk/>
          <pc:sldMk cId="0" sldId="272"/>
        </pc:sldMkLst>
        <pc:spChg chg="mod">
          <ac:chgData name="K Hemanth" userId="6e7c80cfb3309b53" providerId="LiveId" clId="{36B58D92-F101-4CCF-A7DF-DDAADFFF7898}" dt="2025-09-29T03:46:53.748" v="89" actId="21"/>
          <ac:spMkLst>
            <pc:docMk/>
            <pc:sldMk cId="0" sldId="272"/>
            <ac:spMk id="3" creationId="{00000000-0000-0000-0000-000000000000}"/>
          </ac:spMkLst>
        </pc:spChg>
      </pc:sldChg>
      <pc:sldChg chg="modSp del mod">
        <pc:chgData name="K Hemanth" userId="6e7c80cfb3309b53" providerId="LiveId" clId="{36B58D92-F101-4CCF-A7DF-DDAADFFF7898}" dt="2025-09-29T03:49:54.629" v="143" actId="47"/>
        <pc:sldMkLst>
          <pc:docMk/>
          <pc:sldMk cId="0" sldId="273"/>
        </pc:sldMkLst>
        <pc:spChg chg="mod">
          <ac:chgData name="K Hemanth" userId="6e7c80cfb3309b53" providerId="LiveId" clId="{36B58D92-F101-4CCF-A7DF-DDAADFFF7898}" dt="2025-09-29T03:49:36.466" v="133" actId="21"/>
          <ac:spMkLst>
            <pc:docMk/>
            <pc:sldMk cId="0" sldId="273"/>
            <ac:spMk id="3" creationId="{00000000-0000-0000-0000-000000000000}"/>
          </ac:spMkLst>
        </pc:spChg>
      </pc:sldChg>
      <pc:sldChg chg="modSp del mod">
        <pc:chgData name="K Hemanth" userId="6e7c80cfb3309b53" providerId="LiveId" clId="{36B58D92-F101-4CCF-A7DF-DDAADFFF7898}" dt="2025-09-29T03:48:29.697" v="117" actId="47"/>
        <pc:sldMkLst>
          <pc:docMk/>
          <pc:sldMk cId="0" sldId="274"/>
        </pc:sldMkLst>
        <pc:spChg chg="mod">
          <ac:chgData name="K Hemanth" userId="6e7c80cfb3309b53" providerId="LiveId" clId="{36B58D92-F101-4CCF-A7DF-DDAADFFF7898}" dt="2025-09-29T03:48:07.791" v="114" actId="21"/>
          <ac:spMkLst>
            <pc:docMk/>
            <pc:sldMk cId="0" sldId="274"/>
            <ac:spMk id="3" creationId="{00000000-0000-0000-0000-000000000000}"/>
          </ac:spMkLst>
        </pc:spChg>
      </pc:sldChg>
      <pc:sldChg chg="modSp mod">
        <pc:chgData name="K Hemanth" userId="6e7c80cfb3309b53" providerId="LiveId" clId="{36B58D92-F101-4CCF-A7DF-DDAADFFF7898}" dt="2025-09-29T03:43:03.198" v="27"/>
        <pc:sldMkLst>
          <pc:docMk/>
          <pc:sldMk cId="0" sldId="275"/>
        </pc:sldMkLst>
        <pc:spChg chg="mod">
          <ac:chgData name="K Hemanth" userId="6e7c80cfb3309b53" providerId="LiveId" clId="{36B58D92-F101-4CCF-A7DF-DDAADFFF7898}" dt="2025-09-29T03:42:25.742" v="20" actId="255"/>
          <ac:spMkLst>
            <pc:docMk/>
            <pc:sldMk cId="0" sldId="275"/>
            <ac:spMk id="2" creationId="{00000000-0000-0000-0000-000000000000}"/>
          </ac:spMkLst>
        </pc:spChg>
        <pc:spChg chg="mod">
          <ac:chgData name="K Hemanth" userId="6e7c80cfb3309b53" providerId="LiveId" clId="{36B58D92-F101-4CCF-A7DF-DDAADFFF7898}" dt="2025-09-29T03:43:03.198" v="27"/>
          <ac:spMkLst>
            <pc:docMk/>
            <pc:sldMk cId="0" sldId="275"/>
            <ac:spMk id="3" creationId="{00000000-0000-0000-0000-000000000000}"/>
          </ac:spMkLst>
        </pc:spChg>
      </pc:sldChg>
      <pc:sldChg chg="modSp del mod">
        <pc:chgData name="K Hemanth" userId="6e7c80cfb3309b53" providerId="LiveId" clId="{36B58D92-F101-4CCF-A7DF-DDAADFFF7898}" dt="2025-09-29T03:43:08.030" v="28" actId="47"/>
        <pc:sldMkLst>
          <pc:docMk/>
          <pc:sldMk cId="0" sldId="276"/>
        </pc:sldMkLst>
        <pc:spChg chg="mod">
          <ac:chgData name="K Hemanth" userId="6e7c80cfb3309b53" providerId="LiveId" clId="{36B58D92-F101-4CCF-A7DF-DDAADFFF7898}" dt="2025-09-29T03:42:53.316" v="25" actId="21"/>
          <ac:spMkLst>
            <pc:docMk/>
            <pc:sldMk cId="0" sldId="276"/>
            <ac:spMk id="3" creationId="{00000000-0000-0000-0000-000000000000}"/>
          </ac:spMkLst>
        </pc:spChg>
      </pc:sldChg>
      <pc:sldChg chg="modSp mod">
        <pc:chgData name="K Hemanth" userId="6e7c80cfb3309b53" providerId="LiveId" clId="{36B58D92-F101-4CCF-A7DF-DDAADFFF7898}" dt="2025-09-29T03:54:31.868" v="197" actId="404"/>
        <pc:sldMkLst>
          <pc:docMk/>
          <pc:sldMk cId="0" sldId="277"/>
        </pc:sldMkLst>
        <pc:spChg chg="mod">
          <ac:chgData name="K Hemanth" userId="6e7c80cfb3309b53" providerId="LiveId" clId="{36B58D92-F101-4CCF-A7DF-DDAADFFF7898}" dt="2025-09-29T03:54:22.949" v="195" actId="20577"/>
          <ac:spMkLst>
            <pc:docMk/>
            <pc:sldMk cId="0" sldId="277"/>
            <ac:spMk id="2" creationId="{00000000-0000-0000-0000-000000000000}"/>
          </ac:spMkLst>
        </pc:spChg>
        <pc:spChg chg="mod">
          <ac:chgData name="K Hemanth" userId="6e7c80cfb3309b53" providerId="LiveId" clId="{36B58D92-F101-4CCF-A7DF-DDAADFFF7898}" dt="2025-09-29T03:54:31.868" v="197" actId="404"/>
          <ac:spMkLst>
            <pc:docMk/>
            <pc:sldMk cId="0" sldId="277"/>
            <ac:spMk id="3" creationId="{00000000-0000-0000-0000-000000000000}"/>
          </ac:spMkLst>
        </pc:spChg>
      </pc:sldChg>
      <pc:sldChg chg="modSp mod">
        <pc:chgData name="K Hemanth" userId="6e7c80cfb3309b53" providerId="LiveId" clId="{36B58D92-F101-4CCF-A7DF-DDAADFFF7898}" dt="2025-09-29T03:54:47.580" v="202" actId="404"/>
        <pc:sldMkLst>
          <pc:docMk/>
          <pc:sldMk cId="0" sldId="278"/>
        </pc:sldMkLst>
        <pc:spChg chg="mod">
          <ac:chgData name="K Hemanth" userId="6e7c80cfb3309b53" providerId="LiveId" clId="{36B58D92-F101-4CCF-A7DF-DDAADFFF7898}" dt="2025-09-29T03:54:47.580" v="202" actId="404"/>
          <ac:spMkLst>
            <pc:docMk/>
            <pc:sldMk cId="0" sldId="278"/>
            <ac:spMk id="2" creationId="{00000000-0000-0000-0000-000000000000}"/>
          </ac:spMkLst>
        </pc:spChg>
        <pc:spChg chg="mod">
          <ac:chgData name="K Hemanth" userId="6e7c80cfb3309b53" providerId="LiveId" clId="{36B58D92-F101-4CCF-A7DF-DDAADFFF7898}" dt="2025-09-29T03:54:41.010" v="199" actId="404"/>
          <ac:spMkLst>
            <pc:docMk/>
            <pc:sldMk cId="0" sldId="278"/>
            <ac:spMk id="3" creationId="{00000000-0000-0000-0000-000000000000}"/>
          </ac:spMkLst>
        </pc:spChg>
      </pc:sldChg>
      <pc:sldChg chg="modSp mod">
        <pc:chgData name="K Hemanth" userId="6e7c80cfb3309b53" providerId="LiveId" clId="{36B58D92-F101-4CCF-A7DF-DDAADFFF7898}" dt="2025-09-29T03:55:09.933" v="207" actId="404"/>
        <pc:sldMkLst>
          <pc:docMk/>
          <pc:sldMk cId="0" sldId="279"/>
        </pc:sldMkLst>
        <pc:spChg chg="mod">
          <ac:chgData name="K Hemanth" userId="6e7c80cfb3309b53" providerId="LiveId" clId="{36B58D92-F101-4CCF-A7DF-DDAADFFF7898}" dt="2025-09-29T03:55:03.966" v="205" actId="404"/>
          <ac:spMkLst>
            <pc:docMk/>
            <pc:sldMk cId="0" sldId="279"/>
            <ac:spMk id="2" creationId="{00000000-0000-0000-0000-000000000000}"/>
          </ac:spMkLst>
        </pc:spChg>
        <pc:spChg chg="mod">
          <ac:chgData name="K Hemanth" userId="6e7c80cfb3309b53" providerId="LiveId" clId="{36B58D92-F101-4CCF-A7DF-DDAADFFF7898}" dt="2025-09-29T03:55:09.933" v="207" actId="404"/>
          <ac:spMkLst>
            <pc:docMk/>
            <pc:sldMk cId="0" sldId="279"/>
            <ac:spMk id="3" creationId="{00000000-0000-0000-0000-000000000000}"/>
          </ac:spMkLst>
        </pc:spChg>
      </pc:sldChg>
      <pc:sldChg chg="modSp mod">
        <pc:chgData name="K Hemanth" userId="6e7c80cfb3309b53" providerId="LiveId" clId="{36B58D92-F101-4CCF-A7DF-DDAADFFF7898}" dt="2025-09-29T03:55:25.862" v="211" actId="404"/>
        <pc:sldMkLst>
          <pc:docMk/>
          <pc:sldMk cId="0" sldId="280"/>
        </pc:sldMkLst>
        <pc:spChg chg="mod">
          <ac:chgData name="K Hemanth" userId="6e7c80cfb3309b53" providerId="LiveId" clId="{36B58D92-F101-4CCF-A7DF-DDAADFFF7898}" dt="2025-09-29T03:55:21.680" v="210" actId="404"/>
          <ac:spMkLst>
            <pc:docMk/>
            <pc:sldMk cId="0" sldId="280"/>
            <ac:spMk id="2" creationId="{00000000-0000-0000-0000-000000000000}"/>
          </ac:spMkLst>
        </pc:spChg>
        <pc:spChg chg="mod">
          <ac:chgData name="K Hemanth" userId="6e7c80cfb3309b53" providerId="LiveId" clId="{36B58D92-F101-4CCF-A7DF-DDAADFFF7898}" dt="2025-09-29T03:55:25.862" v="211" actId="404"/>
          <ac:spMkLst>
            <pc:docMk/>
            <pc:sldMk cId="0" sldId="280"/>
            <ac:spMk id="3" creationId="{00000000-0000-0000-0000-000000000000}"/>
          </ac:spMkLst>
        </pc:spChg>
      </pc:sldChg>
      <pc:sldChg chg="modSp mod">
        <pc:chgData name="K Hemanth" userId="6e7c80cfb3309b53" providerId="LiveId" clId="{36B58D92-F101-4CCF-A7DF-DDAADFFF7898}" dt="2025-09-29T03:55:57.362" v="217" actId="404"/>
        <pc:sldMkLst>
          <pc:docMk/>
          <pc:sldMk cId="0" sldId="281"/>
        </pc:sldMkLst>
        <pc:spChg chg="mod">
          <ac:chgData name="K Hemanth" userId="6e7c80cfb3309b53" providerId="LiveId" clId="{36B58D92-F101-4CCF-A7DF-DDAADFFF7898}" dt="2025-09-29T03:55:36.987" v="214" actId="404"/>
          <ac:spMkLst>
            <pc:docMk/>
            <pc:sldMk cId="0" sldId="281"/>
            <ac:spMk id="2" creationId="{00000000-0000-0000-0000-000000000000}"/>
          </ac:spMkLst>
        </pc:spChg>
        <pc:spChg chg="mod">
          <ac:chgData name="K Hemanth" userId="6e7c80cfb3309b53" providerId="LiveId" clId="{36B58D92-F101-4CCF-A7DF-DDAADFFF7898}" dt="2025-09-29T03:55:57.362" v="217" actId="404"/>
          <ac:spMkLst>
            <pc:docMk/>
            <pc:sldMk cId="0" sldId="281"/>
            <ac:spMk id="3" creationId="{00000000-0000-0000-0000-000000000000}"/>
          </ac:spMkLst>
        </pc:spChg>
      </pc:sldChg>
      <pc:sldChg chg="modSp mod">
        <pc:chgData name="K Hemanth" userId="6e7c80cfb3309b53" providerId="LiveId" clId="{36B58D92-F101-4CCF-A7DF-DDAADFFF7898}" dt="2025-09-29T03:52:33.208" v="168" actId="14100"/>
        <pc:sldMkLst>
          <pc:docMk/>
          <pc:sldMk cId="0" sldId="282"/>
        </pc:sldMkLst>
        <pc:spChg chg="mod">
          <ac:chgData name="K Hemanth" userId="6e7c80cfb3309b53" providerId="LiveId" clId="{36B58D92-F101-4CCF-A7DF-DDAADFFF7898}" dt="2025-09-29T03:52:33.208" v="168" actId="14100"/>
          <ac:spMkLst>
            <pc:docMk/>
            <pc:sldMk cId="0" sldId="282"/>
            <ac:spMk id="2" creationId="{00000000-0000-0000-0000-000000000000}"/>
          </ac:spMkLst>
        </pc:spChg>
      </pc:sldChg>
      <pc:sldChg chg="modSp mod">
        <pc:chgData name="K Hemanth" userId="6e7c80cfb3309b53" providerId="LiveId" clId="{36B58D92-F101-4CCF-A7DF-DDAADFFF7898}" dt="2025-09-29T03:52:51.079" v="171" actId="404"/>
        <pc:sldMkLst>
          <pc:docMk/>
          <pc:sldMk cId="0" sldId="283"/>
        </pc:sldMkLst>
        <pc:spChg chg="mod">
          <ac:chgData name="K Hemanth" userId="6e7c80cfb3309b53" providerId="LiveId" clId="{36B58D92-F101-4CCF-A7DF-DDAADFFF7898}" dt="2025-09-29T03:52:51.079" v="171" actId="404"/>
          <ac:spMkLst>
            <pc:docMk/>
            <pc:sldMk cId="0" sldId="283"/>
            <ac:spMk id="2" creationId="{00000000-0000-0000-0000-000000000000}"/>
          </ac:spMkLst>
        </pc:spChg>
      </pc:sldChg>
      <pc:sldChg chg="modSp mod">
        <pc:chgData name="K Hemanth" userId="6e7c80cfb3309b53" providerId="LiveId" clId="{36B58D92-F101-4CCF-A7DF-DDAADFFF7898}" dt="2025-09-29T03:53:04.931" v="174" actId="404"/>
        <pc:sldMkLst>
          <pc:docMk/>
          <pc:sldMk cId="0" sldId="284"/>
        </pc:sldMkLst>
        <pc:spChg chg="mod">
          <ac:chgData name="K Hemanth" userId="6e7c80cfb3309b53" providerId="LiveId" clId="{36B58D92-F101-4CCF-A7DF-DDAADFFF7898}" dt="2025-09-29T03:53:04.931" v="174" actId="404"/>
          <ac:spMkLst>
            <pc:docMk/>
            <pc:sldMk cId="0" sldId="284"/>
            <ac:spMk id="2" creationId="{00000000-0000-0000-0000-000000000000}"/>
          </ac:spMkLst>
        </pc:spChg>
      </pc:sldChg>
      <pc:sldChg chg="modSp mod">
        <pc:chgData name="K Hemanth" userId="6e7c80cfb3309b53" providerId="LiveId" clId="{36B58D92-F101-4CCF-A7DF-DDAADFFF7898}" dt="2025-09-29T03:53:13.955" v="177" actId="404"/>
        <pc:sldMkLst>
          <pc:docMk/>
          <pc:sldMk cId="0" sldId="285"/>
        </pc:sldMkLst>
        <pc:spChg chg="mod">
          <ac:chgData name="K Hemanth" userId="6e7c80cfb3309b53" providerId="LiveId" clId="{36B58D92-F101-4CCF-A7DF-DDAADFFF7898}" dt="2025-09-29T03:53:13.955" v="177" actId="404"/>
          <ac:spMkLst>
            <pc:docMk/>
            <pc:sldMk cId="0" sldId="285"/>
            <ac:spMk id="2" creationId="{00000000-0000-0000-0000-000000000000}"/>
          </ac:spMkLst>
        </pc:spChg>
      </pc:sldChg>
      <pc:sldChg chg="modSp mod">
        <pc:chgData name="K Hemanth" userId="6e7c80cfb3309b53" providerId="LiveId" clId="{36B58D92-F101-4CCF-A7DF-DDAADFFF7898}" dt="2025-09-29T03:53:27.205" v="180" actId="404"/>
        <pc:sldMkLst>
          <pc:docMk/>
          <pc:sldMk cId="0" sldId="286"/>
        </pc:sldMkLst>
        <pc:spChg chg="mod">
          <ac:chgData name="K Hemanth" userId="6e7c80cfb3309b53" providerId="LiveId" clId="{36B58D92-F101-4CCF-A7DF-DDAADFFF7898}" dt="2025-09-29T03:53:27.205" v="180" actId="404"/>
          <ac:spMkLst>
            <pc:docMk/>
            <pc:sldMk cId="0" sldId="286"/>
            <ac:spMk id="2" creationId="{00000000-0000-0000-0000-000000000000}"/>
          </ac:spMkLst>
        </pc:spChg>
      </pc:sldChg>
      <pc:sldChg chg="modSp mod">
        <pc:chgData name="K Hemanth" userId="6e7c80cfb3309b53" providerId="LiveId" clId="{36B58D92-F101-4CCF-A7DF-DDAADFFF7898}" dt="2025-09-29T03:53:44.841" v="185" actId="20577"/>
        <pc:sldMkLst>
          <pc:docMk/>
          <pc:sldMk cId="0" sldId="287"/>
        </pc:sldMkLst>
        <pc:spChg chg="mod">
          <ac:chgData name="K Hemanth" userId="6e7c80cfb3309b53" providerId="LiveId" clId="{36B58D92-F101-4CCF-A7DF-DDAADFFF7898}" dt="2025-09-29T03:53:44.841" v="185" actId="20577"/>
          <ac:spMkLst>
            <pc:docMk/>
            <pc:sldMk cId="0" sldId="287"/>
            <ac:spMk id="2" creationId="{00000000-0000-0000-0000-000000000000}"/>
          </ac:spMkLst>
        </pc:spChg>
      </pc:sldChg>
      <pc:sldChg chg="modSp mod">
        <pc:chgData name="K Hemanth" userId="6e7c80cfb3309b53" providerId="LiveId" clId="{36B58D92-F101-4CCF-A7DF-DDAADFFF7898}" dt="2025-09-29T03:53:54.977" v="188" actId="404"/>
        <pc:sldMkLst>
          <pc:docMk/>
          <pc:sldMk cId="0" sldId="288"/>
        </pc:sldMkLst>
        <pc:spChg chg="mod">
          <ac:chgData name="K Hemanth" userId="6e7c80cfb3309b53" providerId="LiveId" clId="{36B58D92-F101-4CCF-A7DF-DDAADFFF7898}" dt="2025-09-29T03:53:54.977" v="188" actId="404"/>
          <ac:spMkLst>
            <pc:docMk/>
            <pc:sldMk cId="0" sldId="288"/>
            <ac:spMk id="2" creationId="{00000000-0000-0000-0000-000000000000}"/>
          </ac:spMkLst>
        </pc:spChg>
      </pc:sldChg>
      <pc:sldChg chg="modSp mod">
        <pc:chgData name="K Hemanth" userId="6e7c80cfb3309b53" providerId="LiveId" clId="{36B58D92-F101-4CCF-A7DF-DDAADFFF7898}" dt="2025-09-29T04:01:36.399" v="279" actId="11"/>
        <pc:sldMkLst>
          <pc:docMk/>
          <pc:sldMk cId="954806669" sldId="289"/>
        </pc:sldMkLst>
        <pc:spChg chg="mod">
          <ac:chgData name="K Hemanth" userId="6e7c80cfb3309b53" providerId="LiveId" clId="{36B58D92-F101-4CCF-A7DF-DDAADFFF7898}" dt="2025-09-29T04:01:36.399" v="279" actId="11"/>
          <ac:spMkLst>
            <pc:docMk/>
            <pc:sldMk cId="954806669" sldId="289"/>
            <ac:spMk id="3" creationId="{980164DC-74A6-7FAD-A285-13BC9A8F6EBC}"/>
          </ac:spMkLst>
        </pc:spChg>
      </pc:sldChg>
      <pc:sldChg chg="new del">
        <pc:chgData name="K Hemanth" userId="6e7c80cfb3309b53" providerId="LiveId" clId="{36B58D92-F101-4CCF-A7DF-DDAADFFF7898}" dt="2025-09-29T03:46:33.258" v="83" actId="680"/>
        <pc:sldMkLst>
          <pc:docMk/>
          <pc:sldMk cId="742909172" sldId="291"/>
        </pc:sldMkLst>
      </pc:sldChg>
      <pc:sldChg chg="delSp modSp new mod">
        <pc:chgData name="K Hemanth" userId="6e7c80cfb3309b53" providerId="LiveId" clId="{36B58D92-F101-4CCF-A7DF-DDAADFFF7898}" dt="2025-09-29T04:03:11.915" v="292" actId="20577"/>
        <pc:sldMkLst>
          <pc:docMk/>
          <pc:sldMk cId="1937535199" sldId="291"/>
        </pc:sldMkLst>
        <pc:spChg chg="del">
          <ac:chgData name="K Hemanth" userId="6e7c80cfb3309b53" providerId="LiveId" clId="{36B58D92-F101-4CCF-A7DF-DDAADFFF7898}" dt="2025-09-29T04:02:10.189" v="281" actId="478"/>
          <ac:spMkLst>
            <pc:docMk/>
            <pc:sldMk cId="1937535199" sldId="291"/>
            <ac:spMk id="2" creationId="{B25B4A18-ABC8-7C14-35B2-1F78DDA18618}"/>
          </ac:spMkLst>
        </pc:spChg>
        <pc:spChg chg="mod">
          <ac:chgData name="K Hemanth" userId="6e7c80cfb3309b53" providerId="LiveId" clId="{36B58D92-F101-4CCF-A7DF-DDAADFFF7898}" dt="2025-09-29T04:03:11.915" v="292" actId="20577"/>
          <ac:spMkLst>
            <pc:docMk/>
            <pc:sldMk cId="1937535199" sldId="291"/>
            <ac:spMk id="3" creationId="{88E05058-0AE2-36A8-38AD-816190287BD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8AEB3A1-074F-46F0-9261-BEB416B356EA}" type="datetimeFigureOut">
              <a:rPr lang="en-US" smtClean="0"/>
              <a:pPr/>
              <a:t>9/29/2025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CABE24-DCF8-41EC-B09E-624F3676F622}"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a:extLst>
              <a:ext uri="{FF2B5EF4-FFF2-40B4-BE49-F238E27FC236}">
                <a16:creationId xmlns:a16="http://schemas.microsoft.com/office/drawing/2014/main" id="{9BDFC8F0-1882-A02C-59F8-E13B276C52B1}"/>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3" name="Notes Placeholder 2">
            <a:extLst>
              <a:ext uri="{FF2B5EF4-FFF2-40B4-BE49-F238E27FC236}">
                <a16:creationId xmlns:a16="http://schemas.microsoft.com/office/drawing/2014/main" id="{FE5C47C6-93F2-35F1-2A40-E07624E31DA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a:p>
        </p:txBody>
      </p:sp>
      <p:sp>
        <p:nvSpPr>
          <p:cNvPr id="10244" name="Slide Number Placeholder 3">
            <a:extLst>
              <a:ext uri="{FF2B5EF4-FFF2-40B4-BE49-F238E27FC236}">
                <a16:creationId xmlns:a16="http://schemas.microsoft.com/office/drawing/2014/main" id="{850076F4-39C5-D4CC-2AFB-60CC7B0B492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Palatino Linotype" panose="02040502050505030304" pitchFamily="18" charset="0"/>
              </a:defRPr>
            </a:lvl1pPr>
            <a:lvl2pPr marL="784852" indent="-301866">
              <a:defRPr>
                <a:solidFill>
                  <a:schemeClr val="tx1"/>
                </a:solidFill>
                <a:latin typeface="Palatino Linotype" panose="02040502050505030304" pitchFamily="18" charset="0"/>
              </a:defRPr>
            </a:lvl2pPr>
            <a:lvl3pPr marL="1207465" indent="-241493">
              <a:defRPr>
                <a:solidFill>
                  <a:schemeClr val="tx1"/>
                </a:solidFill>
                <a:latin typeface="Palatino Linotype" panose="02040502050505030304" pitchFamily="18" charset="0"/>
              </a:defRPr>
            </a:lvl3pPr>
            <a:lvl4pPr marL="1690451" indent="-241493">
              <a:defRPr>
                <a:solidFill>
                  <a:schemeClr val="tx1"/>
                </a:solidFill>
                <a:latin typeface="Palatino Linotype" panose="02040502050505030304" pitchFamily="18" charset="0"/>
              </a:defRPr>
            </a:lvl4pPr>
            <a:lvl5pPr marL="2173437" indent="-241493">
              <a:defRPr>
                <a:solidFill>
                  <a:schemeClr val="tx1"/>
                </a:solidFill>
                <a:latin typeface="Palatino Linotype" panose="02040502050505030304" pitchFamily="18" charset="0"/>
              </a:defRPr>
            </a:lvl5pPr>
            <a:lvl6pPr marL="2656423" indent="-241493" eaLnBrk="0" fontAlgn="base" hangingPunct="0">
              <a:spcBef>
                <a:spcPct val="0"/>
              </a:spcBef>
              <a:spcAft>
                <a:spcPct val="0"/>
              </a:spcAft>
              <a:defRPr>
                <a:solidFill>
                  <a:schemeClr val="tx1"/>
                </a:solidFill>
                <a:latin typeface="Palatino Linotype" panose="02040502050505030304" pitchFamily="18" charset="0"/>
              </a:defRPr>
            </a:lvl6pPr>
            <a:lvl7pPr marL="3139410" indent="-241493" eaLnBrk="0" fontAlgn="base" hangingPunct="0">
              <a:spcBef>
                <a:spcPct val="0"/>
              </a:spcBef>
              <a:spcAft>
                <a:spcPct val="0"/>
              </a:spcAft>
              <a:defRPr>
                <a:solidFill>
                  <a:schemeClr val="tx1"/>
                </a:solidFill>
                <a:latin typeface="Palatino Linotype" panose="02040502050505030304" pitchFamily="18" charset="0"/>
              </a:defRPr>
            </a:lvl7pPr>
            <a:lvl8pPr marL="3622396" indent="-241493" eaLnBrk="0" fontAlgn="base" hangingPunct="0">
              <a:spcBef>
                <a:spcPct val="0"/>
              </a:spcBef>
              <a:spcAft>
                <a:spcPct val="0"/>
              </a:spcAft>
              <a:defRPr>
                <a:solidFill>
                  <a:schemeClr val="tx1"/>
                </a:solidFill>
                <a:latin typeface="Palatino Linotype" panose="02040502050505030304" pitchFamily="18" charset="0"/>
              </a:defRPr>
            </a:lvl8pPr>
            <a:lvl9pPr marL="4105382" indent="-241493" eaLnBrk="0" fontAlgn="base" hangingPunct="0">
              <a:spcBef>
                <a:spcPct val="0"/>
              </a:spcBef>
              <a:spcAft>
                <a:spcPct val="0"/>
              </a:spcAft>
              <a:defRPr>
                <a:solidFill>
                  <a:schemeClr val="tx1"/>
                </a:solidFill>
                <a:latin typeface="Palatino Linotype" panose="0204050205050503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61701C23-4DC4-4BEE-801E-994D8A0BCD03}" type="slidenum">
              <a:rPr kumimoji="0" lang="en-IN" altLang="en-US" sz="1300" b="0" i="0" u="none" strike="noStrike" kern="1200" cap="none" spc="0" normalizeH="0" baseline="0" noProof="0" smtClean="0">
                <a:ln>
                  <a:noFill/>
                </a:ln>
                <a:solidFill>
                  <a:prstClr val="black"/>
                </a:solidFill>
                <a:effectLst/>
                <a:uLnTx/>
                <a:uFillTx/>
                <a:latin typeface="Century Gothic" panose="020B050202020202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a:t>
            </a:fld>
            <a:endParaRPr kumimoji="0" lang="en-IN" altLang="en-US" sz="1300" b="0" i="0" u="none" strike="noStrike" kern="1200" cap="none" spc="0" normalizeH="0" baseline="0" noProof="0">
              <a:ln>
                <a:noFill/>
              </a:ln>
              <a:solidFill>
                <a:prstClr val="black"/>
              </a:solidFill>
              <a:effectLst/>
              <a:uLnTx/>
              <a:uFillTx/>
              <a:latin typeface="Century Gothic" panose="020B0502020202020204" pitchFamily="34" charset="0"/>
              <a:ea typeface="+mn-ea"/>
              <a:cs typeface="+mn-cs"/>
            </a:endParaRPr>
          </a:p>
        </p:txBody>
      </p:sp>
      <p:sp>
        <p:nvSpPr>
          <p:cNvPr id="2" name="Date Placeholder 1">
            <a:extLst>
              <a:ext uri="{FF2B5EF4-FFF2-40B4-BE49-F238E27FC236}">
                <a16:creationId xmlns:a16="http://schemas.microsoft.com/office/drawing/2014/main" id="{F2A53B4A-E486-25F2-9828-368358944D91}"/>
              </a:ext>
            </a:extLst>
          </p:cNvPr>
          <p:cNvSpPr>
            <a:spLocks noGrp="1"/>
          </p:cNvSpPr>
          <p:nvPr>
            <p:ph type="dt" sz="quarter"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prstClr val="black"/>
                </a:solidFill>
                <a:effectLst/>
                <a:uLnTx/>
                <a:uFillTx/>
                <a:latin typeface="Century Gothic" panose="020B0502020202020204"/>
                <a:ea typeface="+mn-ea"/>
                <a:cs typeface="+mn-cs"/>
              </a:rPr>
              <a:t>11/26/2024</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6CABE24-DCF8-41EC-B09E-624F3676F622}" type="slidenum">
              <a:rPr lang="en-US" smtClean="0"/>
              <a:pPr/>
              <a:t>17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F43662B-76B5-16B0-C73D-FDACCD25339C}"/>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useBgFill="1">
        <p:nvSpPr>
          <p:cNvPr id="3" name="Rounded Rectangle 12">
            <a:extLst>
              <a:ext uri="{FF2B5EF4-FFF2-40B4-BE49-F238E27FC236}">
                <a16:creationId xmlns:a16="http://schemas.microsoft.com/office/drawing/2014/main" id="{8CB358AD-F55E-C4DD-F288-2F1E5DC7A7AA}"/>
              </a:ext>
            </a:extLst>
          </p:cNvPr>
          <p:cNvSpPr/>
          <p:nvPr/>
        </p:nvSpPr>
        <p:spPr>
          <a:xfrm>
            <a:off x="65485" y="69850"/>
            <a:ext cx="9013031"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p:nvSpPr>
          <p:cNvPr id="4" name="Rectangle 3">
            <a:extLst>
              <a:ext uri="{FF2B5EF4-FFF2-40B4-BE49-F238E27FC236}">
                <a16:creationId xmlns:a16="http://schemas.microsoft.com/office/drawing/2014/main" id="{A4180765-9893-8448-8113-53797CAEA853}"/>
              </a:ext>
            </a:extLst>
          </p:cNvPr>
          <p:cNvSpPr/>
          <p:nvPr/>
        </p:nvSpPr>
        <p:spPr bwMode="ltGray">
          <a:xfrm>
            <a:off x="63104" y="1449389"/>
            <a:ext cx="9021365" cy="1527175"/>
          </a:xfrm>
          <a:prstGeom prst="rect">
            <a:avLst/>
          </a:prstGeom>
          <a:solidFill>
            <a:schemeClr val="bg2">
              <a:lumMod val="5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p:nvSpPr>
          <p:cNvPr id="5" name="Rectangle 4">
            <a:extLst>
              <a:ext uri="{FF2B5EF4-FFF2-40B4-BE49-F238E27FC236}">
                <a16:creationId xmlns:a16="http://schemas.microsoft.com/office/drawing/2014/main" id="{A2235397-8EEF-B331-736D-BB48818B0BBA}"/>
              </a:ext>
            </a:extLst>
          </p:cNvPr>
          <p:cNvSpPr/>
          <p:nvPr/>
        </p:nvSpPr>
        <p:spPr>
          <a:xfrm>
            <a:off x="63104" y="1397000"/>
            <a:ext cx="9021365" cy="120650"/>
          </a:xfrm>
          <a:prstGeom prst="rect">
            <a:avLst/>
          </a:prstGeom>
          <a:solidFill>
            <a:schemeClr val="bg2">
              <a:lumMod val="75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p:nvSpPr>
          <p:cNvPr id="6" name="Rectangle 5">
            <a:extLst>
              <a:ext uri="{FF2B5EF4-FFF2-40B4-BE49-F238E27FC236}">
                <a16:creationId xmlns:a16="http://schemas.microsoft.com/office/drawing/2014/main" id="{50FEB877-23D9-FD0D-EA08-02DF86D9C3B0}"/>
              </a:ext>
            </a:extLst>
          </p:cNvPr>
          <p:cNvSpPr/>
          <p:nvPr/>
        </p:nvSpPr>
        <p:spPr>
          <a:xfrm>
            <a:off x="63104" y="2976564"/>
            <a:ext cx="9021365" cy="111125"/>
          </a:xfrm>
          <a:prstGeom prst="rect">
            <a:avLst/>
          </a:prstGeom>
          <a:solidFill>
            <a:schemeClr val="bg2"/>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p:nvSpPr>
          <p:cNvPr id="9" name="Subtitle 8"/>
          <p:cNvSpPr>
            <a:spLocks noGrp="1"/>
          </p:cNvSpPr>
          <p:nvPr>
            <p:ph type="subTitle" idx="1"/>
          </p:nvPr>
        </p:nvSpPr>
        <p:spPr>
          <a:xfrm>
            <a:off x="1295400" y="3200400"/>
            <a:ext cx="6400800" cy="1600200"/>
          </a:xfrm>
        </p:spPr>
        <p:txBody>
          <a:bodyPr/>
          <a:lstStyle>
            <a:lvl1pPr marL="0" indent="0" algn="ctr">
              <a:buNone/>
              <a:defRPr sz="1950">
                <a:solidFill>
                  <a:schemeClr val="tx2"/>
                </a:solidFill>
              </a:defRPr>
            </a:lvl1pPr>
            <a:lvl2pPr marL="342900" indent="0" algn="ctr">
              <a:buNone/>
            </a:lvl2pPr>
            <a:lvl3pPr marL="685800" indent="0" algn="ctr">
              <a:buNone/>
            </a:lvl3pPr>
            <a:lvl4pPr marL="1028700" indent="0" algn="ctr">
              <a:buNone/>
            </a:lvl4pPr>
            <a:lvl5pPr marL="1371600" indent="0" algn="ctr">
              <a:buNone/>
            </a:lvl5pPr>
            <a:lvl6pPr marL="1714500" indent="0" algn="ctr">
              <a:buNone/>
            </a:lvl6pPr>
            <a:lvl7pPr marL="2057400" indent="0" algn="ctr">
              <a:buNone/>
            </a:lvl7pPr>
            <a:lvl8pPr marL="2400300" indent="0" algn="ctr">
              <a:buNone/>
            </a:lvl8pPr>
            <a:lvl9pPr marL="2743200" indent="0" algn="ctr">
              <a:buNone/>
            </a:lvl9pPr>
          </a:lstStyle>
          <a:p>
            <a:r>
              <a:rPr lang="en-US"/>
              <a:t>Click to edit Master subtitle style</a:t>
            </a:r>
            <a:endParaRPr lang="en-US" dirty="0"/>
          </a:p>
        </p:txBody>
      </p:sp>
      <p:sp>
        <p:nvSpPr>
          <p:cNvPr id="8" name="Title 7"/>
          <p:cNvSpPr>
            <a:spLocks noGrp="1"/>
          </p:cNvSpPr>
          <p:nvPr>
            <p:ph type="ctrTitle"/>
          </p:nvPr>
        </p:nvSpPr>
        <p:spPr>
          <a:xfrm>
            <a:off x="457200" y="1505932"/>
            <a:ext cx="8229600" cy="1470025"/>
          </a:xfrm>
        </p:spPr>
        <p:txBody>
          <a:bodyPr anchor="ctr"/>
          <a:lstStyle>
            <a:lvl1pPr algn="ctr">
              <a:defRPr lang="en-US" dirty="0">
                <a:solidFill>
                  <a:schemeClr val="bg1"/>
                </a:solidFill>
              </a:defRPr>
            </a:lvl1pPr>
          </a:lstStyle>
          <a:p>
            <a:r>
              <a:rPr lang="en-US"/>
              <a:t>Click to edit Master title style</a:t>
            </a:r>
            <a:endParaRPr lang="en-US" dirty="0"/>
          </a:p>
        </p:txBody>
      </p:sp>
      <p:sp>
        <p:nvSpPr>
          <p:cNvPr id="7" name="Date Placeholder 27">
            <a:extLst>
              <a:ext uri="{FF2B5EF4-FFF2-40B4-BE49-F238E27FC236}">
                <a16:creationId xmlns:a16="http://schemas.microsoft.com/office/drawing/2014/main" id="{BEA33029-7418-4E27-4D3E-3C56D472F9A1}"/>
              </a:ext>
            </a:extLst>
          </p:cNvPr>
          <p:cNvSpPr>
            <a:spLocks noGrp="1"/>
          </p:cNvSpPr>
          <p:nvPr>
            <p:ph type="dt" sz="half" idx="10"/>
          </p:nvPr>
        </p:nvSpPr>
        <p:spPr/>
        <p:txBody>
          <a:bodyPr/>
          <a:lstStyle>
            <a:lvl1pPr>
              <a:defRPr/>
            </a:lvl1pPr>
          </a:lstStyle>
          <a:p>
            <a:pPr>
              <a:defRPr/>
            </a:pPr>
            <a:fld id="{02A6AE25-F203-4246-8631-2C1032EF87ED}" type="datetime1">
              <a:rPr lang="en-US" smtClean="0"/>
              <a:t>9/29/2025</a:t>
            </a:fld>
            <a:endParaRPr lang="en-US" dirty="0"/>
          </a:p>
        </p:txBody>
      </p:sp>
      <p:sp>
        <p:nvSpPr>
          <p:cNvPr id="10" name="Footer Placeholder 16">
            <a:extLst>
              <a:ext uri="{FF2B5EF4-FFF2-40B4-BE49-F238E27FC236}">
                <a16:creationId xmlns:a16="http://schemas.microsoft.com/office/drawing/2014/main" id="{CCA4AB1C-46EE-E595-EB7E-8B413F714176}"/>
              </a:ext>
            </a:extLst>
          </p:cNvPr>
          <p:cNvSpPr>
            <a:spLocks noGrp="1"/>
          </p:cNvSpPr>
          <p:nvPr>
            <p:ph type="ftr" sz="quarter" idx="11"/>
          </p:nvPr>
        </p:nvSpPr>
        <p:spPr/>
        <p:txBody>
          <a:bodyPr/>
          <a:lstStyle>
            <a:lvl1pPr>
              <a:defRPr/>
            </a:lvl1pPr>
          </a:lstStyle>
          <a:p>
            <a:pPr>
              <a:defRPr/>
            </a:pPr>
            <a:r>
              <a:rPr lang="en-US" dirty="0"/>
              <a:t>Final Review</a:t>
            </a:r>
          </a:p>
        </p:txBody>
      </p:sp>
      <p:sp>
        <p:nvSpPr>
          <p:cNvPr id="11" name="Slide Number Placeholder 28">
            <a:extLst>
              <a:ext uri="{FF2B5EF4-FFF2-40B4-BE49-F238E27FC236}">
                <a16:creationId xmlns:a16="http://schemas.microsoft.com/office/drawing/2014/main" id="{E0FDE108-5CE0-EF87-AC8E-6C7090899911}"/>
              </a:ext>
            </a:extLst>
          </p:cNvPr>
          <p:cNvSpPr>
            <a:spLocks noGrp="1"/>
          </p:cNvSpPr>
          <p:nvPr>
            <p:ph type="sldNum" sz="quarter" idx="12"/>
          </p:nvPr>
        </p:nvSpPr>
        <p:spPr/>
        <p:txBody>
          <a:bodyPr/>
          <a:lstStyle>
            <a:lvl1pPr>
              <a:defRPr>
                <a:solidFill>
                  <a:srgbClr val="FFFFFF"/>
                </a:solidFill>
              </a:defRPr>
            </a:lvl1pPr>
          </a:lstStyle>
          <a:p>
            <a:pPr>
              <a:defRPr/>
            </a:pPr>
            <a:fld id="{D8DFD629-C138-4A63-9E9D-C349623F7B22}" type="slidenum">
              <a:rPr lang="en-US" altLang="en-US"/>
              <a:pPr>
                <a:defRPr/>
              </a:pPr>
              <a:t>‹#›</a:t>
            </a:fld>
            <a:endParaRPr lang="en-US" altLang="en-US" dirty="0"/>
          </a:p>
        </p:txBody>
      </p:sp>
    </p:spTree>
    <p:extLst>
      <p:ext uri="{BB962C8B-B14F-4D97-AF65-F5344CB8AC3E}">
        <p14:creationId xmlns:p14="http://schemas.microsoft.com/office/powerpoint/2010/main" val="1535459272"/>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Content Placeholder 7"/>
          <p:cNvSpPr>
            <a:spLocks noGrp="1"/>
          </p:cNvSpPr>
          <p:nvPr>
            <p:ph sz="quarter" idx="1"/>
          </p:nvPr>
        </p:nvSpPr>
        <p:spPr>
          <a:xfrm>
            <a:off x="914400" y="1447800"/>
            <a:ext cx="77724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3" name="Date Placeholder 13">
            <a:extLst>
              <a:ext uri="{FF2B5EF4-FFF2-40B4-BE49-F238E27FC236}">
                <a16:creationId xmlns:a16="http://schemas.microsoft.com/office/drawing/2014/main" id="{CAFE6BBE-965D-1062-8A20-4CB1FA7B8E08}"/>
              </a:ext>
            </a:extLst>
          </p:cNvPr>
          <p:cNvSpPr>
            <a:spLocks noGrp="1"/>
          </p:cNvSpPr>
          <p:nvPr>
            <p:ph type="dt" sz="half" idx="10"/>
          </p:nvPr>
        </p:nvSpPr>
        <p:spPr/>
        <p:txBody>
          <a:bodyPr/>
          <a:lstStyle>
            <a:lvl1pPr>
              <a:defRPr/>
            </a:lvl1pPr>
          </a:lstStyle>
          <a:p>
            <a:pPr>
              <a:defRPr/>
            </a:pPr>
            <a:fld id="{93AE5CA2-649A-489D-AD4E-BE624DBFA88A}" type="datetime1">
              <a:rPr lang="en-US" smtClean="0"/>
              <a:t>9/29/2025</a:t>
            </a:fld>
            <a:endParaRPr lang="en-US" dirty="0"/>
          </a:p>
        </p:txBody>
      </p:sp>
      <p:sp>
        <p:nvSpPr>
          <p:cNvPr id="4" name="Footer Placeholder 2">
            <a:extLst>
              <a:ext uri="{FF2B5EF4-FFF2-40B4-BE49-F238E27FC236}">
                <a16:creationId xmlns:a16="http://schemas.microsoft.com/office/drawing/2014/main" id="{C70FC39E-1921-C87F-6AE2-DF776642F46D}"/>
              </a:ext>
            </a:extLst>
          </p:cNvPr>
          <p:cNvSpPr>
            <a:spLocks noGrp="1"/>
          </p:cNvSpPr>
          <p:nvPr>
            <p:ph type="ftr" sz="quarter" idx="11"/>
          </p:nvPr>
        </p:nvSpPr>
        <p:spPr/>
        <p:txBody>
          <a:bodyPr/>
          <a:lstStyle>
            <a:lvl1pPr>
              <a:defRPr/>
            </a:lvl1pPr>
          </a:lstStyle>
          <a:p>
            <a:pPr>
              <a:defRPr/>
            </a:pPr>
            <a:r>
              <a:rPr lang="en-US" dirty="0"/>
              <a:t>Final Review</a:t>
            </a:r>
          </a:p>
        </p:txBody>
      </p:sp>
      <p:sp>
        <p:nvSpPr>
          <p:cNvPr id="5" name="Slide Number Placeholder 22">
            <a:extLst>
              <a:ext uri="{FF2B5EF4-FFF2-40B4-BE49-F238E27FC236}">
                <a16:creationId xmlns:a16="http://schemas.microsoft.com/office/drawing/2014/main" id="{74FC7EA2-6143-704E-260B-DD4BE648285C}"/>
              </a:ext>
            </a:extLst>
          </p:cNvPr>
          <p:cNvSpPr>
            <a:spLocks noGrp="1"/>
          </p:cNvSpPr>
          <p:nvPr>
            <p:ph type="sldNum" sz="quarter" idx="12"/>
          </p:nvPr>
        </p:nvSpPr>
        <p:spPr>
          <a:ln/>
        </p:spPr>
        <p:txBody>
          <a:bodyPr/>
          <a:lstStyle>
            <a:lvl1pPr>
              <a:defRPr/>
            </a:lvl1pPr>
          </a:lstStyle>
          <a:p>
            <a:pPr>
              <a:defRPr/>
            </a:pPr>
            <a:fld id="{3AA2B866-DF31-4717-B83D-C2EF40188F67}" type="slidenum">
              <a:rPr lang="en-US" altLang="en-US"/>
              <a:pPr>
                <a:defRPr/>
              </a:pPr>
              <a:t>‹#›</a:t>
            </a:fld>
            <a:endParaRPr lang="en-US" altLang="en-US" dirty="0"/>
          </a:p>
        </p:txBody>
      </p:sp>
    </p:spTree>
    <p:extLst>
      <p:ext uri="{BB962C8B-B14F-4D97-AF65-F5344CB8AC3E}">
        <p14:creationId xmlns:p14="http://schemas.microsoft.com/office/powerpoint/2010/main" val="3639377908"/>
      </p:ext>
    </p:extLst>
  </p:cSld>
  <p:clrMapOvr>
    <a:masterClrMapping/>
  </p:clrMapOvr>
  <p:transition spd="med">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B379604-897A-F532-1E08-3D858A3ABCB6}"/>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useBgFill="1">
        <p:nvSpPr>
          <p:cNvPr id="5" name="Rounded Rectangle 9">
            <a:extLst>
              <a:ext uri="{FF2B5EF4-FFF2-40B4-BE49-F238E27FC236}">
                <a16:creationId xmlns:a16="http://schemas.microsoft.com/office/drawing/2014/main" id="{E6C14606-A1DC-8EBF-5120-6A456F4F1AC8}"/>
              </a:ext>
            </a:extLst>
          </p:cNvPr>
          <p:cNvSpPr/>
          <p:nvPr/>
        </p:nvSpPr>
        <p:spPr>
          <a:xfrm>
            <a:off x="65313" y="69757"/>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p:nvSpPr>
          <p:cNvPr id="6" name="Rectangle 5">
            <a:extLst>
              <a:ext uri="{FF2B5EF4-FFF2-40B4-BE49-F238E27FC236}">
                <a16:creationId xmlns:a16="http://schemas.microsoft.com/office/drawing/2014/main" id="{EDCE739C-BA7B-D3ED-EC5B-53EF0D061CC4}"/>
              </a:ext>
            </a:extLst>
          </p:cNvPr>
          <p:cNvSpPr/>
          <p:nvPr/>
        </p:nvSpPr>
        <p:spPr>
          <a:xfrm flipV="1">
            <a:off x="69057" y="2376489"/>
            <a:ext cx="9014222"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p:nvSpPr>
          <p:cNvPr id="7" name="Rectangle 6">
            <a:extLst>
              <a:ext uri="{FF2B5EF4-FFF2-40B4-BE49-F238E27FC236}">
                <a16:creationId xmlns:a16="http://schemas.microsoft.com/office/drawing/2014/main" id="{72E2BBF1-2530-E105-60CA-9EB53BD7DEB3}"/>
              </a:ext>
            </a:extLst>
          </p:cNvPr>
          <p:cNvSpPr/>
          <p:nvPr/>
        </p:nvSpPr>
        <p:spPr>
          <a:xfrm>
            <a:off x="69057" y="2341564"/>
            <a:ext cx="9014222"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p:nvSpPr>
          <p:cNvPr id="8" name="Rectangle 7">
            <a:extLst>
              <a:ext uri="{FF2B5EF4-FFF2-40B4-BE49-F238E27FC236}">
                <a16:creationId xmlns:a16="http://schemas.microsoft.com/office/drawing/2014/main" id="{4815D293-DCB5-97D4-82AD-B49214CFA9C5}"/>
              </a:ext>
            </a:extLst>
          </p:cNvPr>
          <p:cNvSpPr/>
          <p:nvPr/>
        </p:nvSpPr>
        <p:spPr>
          <a:xfrm>
            <a:off x="67866" y="2468564"/>
            <a:ext cx="9015413" cy="4603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p:nvSpPr>
          <p:cNvPr id="3" name="Text Placeholder 2"/>
          <p:cNvSpPr>
            <a:spLocks noGrp="1"/>
          </p:cNvSpPr>
          <p:nvPr>
            <p:ph type="body" idx="1"/>
          </p:nvPr>
        </p:nvSpPr>
        <p:spPr>
          <a:xfrm>
            <a:off x="722313" y="2547938"/>
            <a:ext cx="7772400" cy="1338262"/>
          </a:xfrm>
        </p:spPr>
        <p:txBody>
          <a:bodyPr/>
          <a:lstStyle>
            <a:lvl1pPr marL="0" indent="0">
              <a:buNone/>
              <a:defRPr sz="1800">
                <a:solidFill>
                  <a:schemeClr val="tx1">
                    <a:tint val="75000"/>
                  </a:schemeClr>
                </a:solidFill>
              </a:defRPr>
            </a:lvl1pPr>
            <a:lvl2pPr>
              <a:buNone/>
              <a:defRPr sz="1350">
                <a:solidFill>
                  <a:schemeClr val="tx1">
                    <a:tint val="75000"/>
                  </a:schemeClr>
                </a:solidFill>
              </a:defRPr>
            </a:lvl2pPr>
            <a:lvl3pPr>
              <a:buNone/>
              <a:defRPr sz="1200">
                <a:solidFill>
                  <a:schemeClr val="tx1">
                    <a:tint val="75000"/>
                  </a:schemeClr>
                </a:solidFill>
              </a:defRPr>
            </a:lvl3pPr>
            <a:lvl4pPr>
              <a:buNone/>
              <a:defRPr sz="1050">
                <a:solidFill>
                  <a:schemeClr val="tx1">
                    <a:tint val="75000"/>
                  </a:schemeClr>
                </a:solidFill>
              </a:defRPr>
            </a:lvl4pPr>
            <a:lvl5pPr>
              <a:buNone/>
              <a:defRPr sz="1050">
                <a:solidFill>
                  <a:schemeClr val="tx1">
                    <a:tint val="75000"/>
                  </a:schemeClr>
                </a:solidFill>
              </a:defRPr>
            </a:lvl5pPr>
          </a:lstStyle>
          <a:p>
            <a:pPr lvl="0"/>
            <a:r>
              <a:rPr lang="en-US"/>
              <a:t>Click to edit Master text styles</a:t>
            </a:r>
          </a:p>
        </p:txBody>
      </p:sp>
      <p:sp>
        <p:nvSpPr>
          <p:cNvPr id="2" name="Title 1"/>
          <p:cNvSpPr>
            <a:spLocks noGrp="1"/>
          </p:cNvSpPr>
          <p:nvPr>
            <p:ph type="title"/>
          </p:nvPr>
        </p:nvSpPr>
        <p:spPr>
          <a:xfrm>
            <a:off x="722313" y="952502"/>
            <a:ext cx="7772400" cy="1362075"/>
          </a:xfrm>
        </p:spPr>
        <p:txBody>
          <a:bodyPr/>
          <a:lstStyle>
            <a:lvl1pPr algn="l">
              <a:buNone/>
              <a:defRPr sz="3000" b="0" cap="none"/>
            </a:lvl1pPr>
          </a:lstStyle>
          <a:p>
            <a:r>
              <a:rPr lang="en-US"/>
              <a:t>Click to edit Master title style</a:t>
            </a:r>
          </a:p>
        </p:txBody>
      </p:sp>
      <p:sp>
        <p:nvSpPr>
          <p:cNvPr id="9" name="Date Placeholder 3">
            <a:extLst>
              <a:ext uri="{FF2B5EF4-FFF2-40B4-BE49-F238E27FC236}">
                <a16:creationId xmlns:a16="http://schemas.microsoft.com/office/drawing/2014/main" id="{4762BFF1-1648-1EB0-F416-48BAF5B6F15B}"/>
              </a:ext>
            </a:extLst>
          </p:cNvPr>
          <p:cNvSpPr>
            <a:spLocks noGrp="1"/>
          </p:cNvSpPr>
          <p:nvPr>
            <p:ph type="dt" sz="half" idx="10"/>
          </p:nvPr>
        </p:nvSpPr>
        <p:spPr/>
        <p:txBody>
          <a:bodyPr/>
          <a:lstStyle>
            <a:lvl1pPr>
              <a:defRPr/>
            </a:lvl1pPr>
          </a:lstStyle>
          <a:p>
            <a:pPr>
              <a:defRPr/>
            </a:pPr>
            <a:fld id="{12117365-157B-4376-ACCE-64DA8AB5C771}" type="datetime1">
              <a:rPr lang="en-US" smtClean="0"/>
              <a:t>9/29/2025</a:t>
            </a:fld>
            <a:endParaRPr lang="en-US" dirty="0"/>
          </a:p>
        </p:txBody>
      </p:sp>
      <p:sp>
        <p:nvSpPr>
          <p:cNvPr id="10" name="Footer Placeholder 4">
            <a:extLst>
              <a:ext uri="{FF2B5EF4-FFF2-40B4-BE49-F238E27FC236}">
                <a16:creationId xmlns:a16="http://schemas.microsoft.com/office/drawing/2014/main" id="{2A7A1F52-51A5-28F6-6C5B-1BC9E59C7AA8}"/>
              </a:ext>
            </a:extLst>
          </p:cNvPr>
          <p:cNvSpPr>
            <a:spLocks noGrp="1"/>
          </p:cNvSpPr>
          <p:nvPr>
            <p:ph type="ftr" sz="quarter" idx="11"/>
          </p:nvPr>
        </p:nvSpPr>
        <p:spPr>
          <a:xfrm>
            <a:off x="800100" y="6172200"/>
            <a:ext cx="4000500" cy="457200"/>
          </a:xfrm>
        </p:spPr>
        <p:txBody>
          <a:bodyPr/>
          <a:lstStyle>
            <a:lvl1pPr>
              <a:defRPr/>
            </a:lvl1pPr>
          </a:lstStyle>
          <a:p>
            <a:pPr>
              <a:defRPr/>
            </a:pPr>
            <a:r>
              <a:rPr lang="en-US" dirty="0"/>
              <a:t>Final Review</a:t>
            </a:r>
          </a:p>
        </p:txBody>
      </p:sp>
      <p:sp>
        <p:nvSpPr>
          <p:cNvPr id="11" name="Slide Number Placeholder 5">
            <a:extLst>
              <a:ext uri="{FF2B5EF4-FFF2-40B4-BE49-F238E27FC236}">
                <a16:creationId xmlns:a16="http://schemas.microsoft.com/office/drawing/2014/main" id="{797CAD7C-E95D-8230-D1CD-F1E59BF308F8}"/>
              </a:ext>
            </a:extLst>
          </p:cNvPr>
          <p:cNvSpPr>
            <a:spLocks noGrp="1"/>
          </p:cNvSpPr>
          <p:nvPr>
            <p:ph type="sldNum" sz="quarter" idx="12"/>
          </p:nvPr>
        </p:nvSpPr>
        <p:spPr>
          <a:xfrm>
            <a:off x="146447" y="6208713"/>
            <a:ext cx="457200" cy="457200"/>
          </a:xfrm>
        </p:spPr>
        <p:txBody>
          <a:bodyPr/>
          <a:lstStyle>
            <a:lvl1pPr>
              <a:defRPr/>
            </a:lvl1pPr>
          </a:lstStyle>
          <a:p>
            <a:pPr>
              <a:defRPr/>
            </a:pPr>
            <a:fld id="{4ADD4E64-3883-4332-BFB9-3618CF1BD9A9}" type="slidenum">
              <a:rPr lang="en-US" altLang="en-US"/>
              <a:pPr>
                <a:defRPr/>
              </a:pPr>
              <a:t>‹#›</a:t>
            </a:fld>
            <a:endParaRPr lang="en-US" altLang="en-US" dirty="0"/>
          </a:p>
        </p:txBody>
      </p:sp>
    </p:spTree>
    <p:extLst>
      <p:ext uri="{BB962C8B-B14F-4D97-AF65-F5344CB8AC3E}">
        <p14:creationId xmlns:p14="http://schemas.microsoft.com/office/powerpoint/2010/main" val="4071386181"/>
      </p:ext>
    </p:extLst>
  </p:cSld>
  <p:clrMapOvr>
    <a:masterClrMapping/>
  </p:clrMapOvr>
  <p:transition spd="med">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1" name="Content Placeholder 10"/>
          <p:cNvSpPr>
            <a:spLocks noGrp="1"/>
          </p:cNvSpPr>
          <p:nvPr>
            <p:ph sz="quarter" idx="2"/>
          </p:nvPr>
        </p:nvSpPr>
        <p:spPr>
          <a:xfrm>
            <a:off x="493395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p:cNvSpPr>
            <a:spLocks noGrp="1"/>
          </p:cNvSpPr>
          <p:nvPr>
            <p:ph sz="quarter" idx="1"/>
          </p:nvPr>
        </p:nvSpPr>
        <p:spPr>
          <a:xfrm>
            <a:off x="91440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3" name="Date Placeholder 13">
            <a:extLst>
              <a:ext uri="{FF2B5EF4-FFF2-40B4-BE49-F238E27FC236}">
                <a16:creationId xmlns:a16="http://schemas.microsoft.com/office/drawing/2014/main" id="{590DA4A1-03B6-8368-854D-5E53F1B69AB1}"/>
              </a:ext>
            </a:extLst>
          </p:cNvPr>
          <p:cNvSpPr>
            <a:spLocks noGrp="1"/>
          </p:cNvSpPr>
          <p:nvPr>
            <p:ph type="dt" sz="half" idx="10"/>
          </p:nvPr>
        </p:nvSpPr>
        <p:spPr/>
        <p:txBody>
          <a:bodyPr/>
          <a:lstStyle>
            <a:lvl1pPr>
              <a:defRPr/>
            </a:lvl1pPr>
          </a:lstStyle>
          <a:p>
            <a:pPr>
              <a:defRPr/>
            </a:pPr>
            <a:fld id="{B5830871-FCAA-49AF-AA9D-C49BF2B275EA}" type="datetime1">
              <a:rPr lang="en-US" smtClean="0"/>
              <a:t>9/29/2025</a:t>
            </a:fld>
            <a:endParaRPr lang="en-US" dirty="0"/>
          </a:p>
        </p:txBody>
      </p:sp>
      <p:sp>
        <p:nvSpPr>
          <p:cNvPr id="4" name="Footer Placeholder 2">
            <a:extLst>
              <a:ext uri="{FF2B5EF4-FFF2-40B4-BE49-F238E27FC236}">
                <a16:creationId xmlns:a16="http://schemas.microsoft.com/office/drawing/2014/main" id="{337A4B3D-E31C-D3BB-AEA8-4727164CF066}"/>
              </a:ext>
            </a:extLst>
          </p:cNvPr>
          <p:cNvSpPr>
            <a:spLocks noGrp="1"/>
          </p:cNvSpPr>
          <p:nvPr>
            <p:ph type="ftr" sz="quarter" idx="11"/>
          </p:nvPr>
        </p:nvSpPr>
        <p:spPr/>
        <p:txBody>
          <a:bodyPr/>
          <a:lstStyle>
            <a:lvl1pPr>
              <a:defRPr/>
            </a:lvl1pPr>
          </a:lstStyle>
          <a:p>
            <a:pPr>
              <a:defRPr/>
            </a:pPr>
            <a:r>
              <a:rPr lang="en-US" dirty="0"/>
              <a:t>Final Review</a:t>
            </a:r>
          </a:p>
        </p:txBody>
      </p:sp>
      <p:sp>
        <p:nvSpPr>
          <p:cNvPr id="5" name="Slide Number Placeholder 22">
            <a:extLst>
              <a:ext uri="{FF2B5EF4-FFF2-40B4-BE49-F238E27FC236}">
                <a16:creationId xmlns:a16="http://schemas.microsoft.com/office/drawing/2014/main" id="{B1E6E592-3A3E-D6AB-AE91-31EF626E2A55}"/>
              </a:ext>
            </a:extLst>
          </p:cNvPr>
          <p:cNvSpPr>
            <a:spLocks noGrp="1"/>
          </p:cNvSpPr>
          <p:nvPr>
            <p:ph type="sldNum" sz="quarter" idx="12"/>
          </p:nvPr>
        </p:nvSpPr>
        <p:spPr>
          <a:ln/>
        </p:spPr>
        <p:txBody>
          <a:bodyPr/>
          <a:lstStyle>
            <a:lvl1pPr>
              <a:defRPr/>
            </a:lvl1pPr>
          </a:lstStyle>
          <a:p>
            <a:pPr>
              <a:defRPr/>
            </a:pPr>
            <a:fld id="{A205CF6E-932A-413D-B22A-5C3B33C7CC2F}" type="slidenum">
              <a:rPr lang="en-US" altLang="en-US"/>
              <a:pPr>
                <a:defRPr/>
              </a:pPr>
              <a:t>‹#›</a:t>
            </a:fld>
            <a:endParaRPr lang="en-US" altLang="en-US" dirty="0"/>
          </a:p>
        </p:txBody>
      </p:sp>
    </p:spTree>
    <p:extLst>
      <p:ext uri="{BB962C8B-B14F-4D97-AF65-F5344CB8AC3E}">
        <p14:creationId xmlns:p14="http://schemas.microsoft.com/office/powerpoint/2010/main" val="1766310150"/>
      </p:ext>
    </p:extLst>
  </p:cSld>
  <p:clrMapOvr>
    <a:masterClrMapping/>
  </p:clrMapOvr>
  <p:transition spd="med">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3" name="Content Placeholder 12"/>
          <p:cNvSpPr>
            <a:spLocks noGrp="1"/>
          </p:cNvSpPr>
          <p:nvPr>
            <p:ph sz="half" idx="4"/>
          </p:nvPr>
        </p:nvSpPr>
        <p:spPr>
          <a:xfrm>
            <a:off x="4953000" y="2247900"/>
            <a:ext cx="3733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anchor="b">
            <a:noAutofit/>
          </a:bodyPr>
          <a:lstStyle>
            <a:lvl1pPr marL="0" indent="0">
              <a:buNone/>
              <a:defRPr sz="1800" b="1">
                <a:solidFill>
                  <a:schemeClr val="accent1"/>
                </a:solidFill>
                <a:latin typeface="+mj-lt"/>
                <a:ea typeface="+mj-ea"/>
                <a:cs typeface="+mj-cs"/>
              </a:defRPr>
            </a:lvl1pPr>
            <a:lvl2pPr>
              <a:buNone/>
              <a:defRPr sz="1500" b="1"/>
            </a:lvl2pPr>
            <a:lvl3pPr>
              <a:buNone/>
              <a:defRPr sz="1350" b="1"/>
            </a:lvl3pPr>
            <a:lvl4pPr>
              <a:buNone/>
              <a:defRPr sz="1200" b="1"/>
            </a:lvl4pPr>
            <a:lvl5pPr>
              <a:buNone/>
              <a:defRPr sz="1200" b="1"/>
            </a:lvl5pPr>
          </a:lstStyle>
          <a:p>
            <a:pPr lvl="0"/>
            <a:r>
              <a:rPr lang="en-US"/>
              <a:t>Click to edit Master text styles</a:t>
            </a:r>
          </a:p>
        </p:txBody>
      </p:sp>
      <p:sp>
        <p:nvSpPr>
          <p:cNvPr id="11" name="Content Placeholder 10"/>
          <p:cNvSpPr>
            <a:spLocks noGrp="1"/>
          </p:cNvSpPr>
          <p:nvPr>
            <p:ph sz="half" idx="2"/>
          </p:nvPr>
        </p:nvSpPr>
        <p:spPr>
          <a:xfrm>
            <a:off x="914400" y="2247900"/>
            <a:ext cx="3733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anchor="b">
            <a:noAutofit/>
          </a:bodyPr>
          <a:lstStyle>
            <a:lvl1pPr marL="0" indent="0">
              <a:buNone/>
              <a:defRPr sz="1800" b="1">
                <a:solidFill>
                  <a:schemeClr val="accent1"/>
                </a:solidFill>
                <a:latin typeface="+mj-lt"/>
                <a:ea typeface="+mj-ea"/>
                <a:cs typeface="+mj-cs"/>
              </a:defRPr>
            </a:lvl1pPr>
            <a:lvl2pPr>
              <a:buNone/>
              <a:defRPr sz="1500" b="1"/>
            </a:lvl2pPr>
            <a:lvl3pPr>
              <a:buNone/>
              <a:defRPr sz="1350" b="1"/>
            </a:lvl3pPr>
            <a:lvl4pPr>
              <a:buNone/>
              <a:defRPr sz="1200" b="1"/>
            </a:lvl4pPr>
            <a:lvl5pPr>
              <a:buNone/>
              <a:defRPr sz="1200" b="1"/>
            </a:lvl5pPr>
          </a:lstStyle>
          <a:p>
            <a:pPr lvl="0"/>
            <a:r>
              <a:rPr lang="en-US"/>
              <a:t>Click to edit Master text styles</a:t>
            </a:r>
          </a:p>
        </p:txBody>
      </p:sp>
      <p:sp>
        <p:nvSpPr>
          <p:cNvPr id="2" name="Title 1"/>
          <p:cNvSpPr>
            <a:spLocks noGrp="1"/>
          </p:cNvSpPr>
          <p:nvPr>
            <p:ph type="title"/>
          </p:nvPr>
        </p:nvSpPr>
        <p:spPr>
          <a:xfrm>
            <a:off x="914400" y="273050"/>
            <a:ext cx="7772400" cy="1143000"/>
          </a:xfrm>
        </p:spPr>
        <p:txBody>
          <a:bodyPr/>
          <a:lstStyle>
            <a:lvl1pPr>
              <a:defRPr/>
            </a:lvl1pPr>
          </a:lstStyle>
          <a:p>
            <a:r>
              <a:rPr lang="en-US"/>
              <a:t>Click to edit Master title style</a:t>
            </a:r>
          </a:p>
        </p:txBody>
      </p:sp>
      <p:sp>
        <p:nvSpPr>
          <p:cNvPr id="5" name="Date Placeholder 13">
            <a:extLst>
              <a:ext uri="{FF2B5EF4-FFF2-40B4-BE49-F238E27FC236}">
                <a16:creationId xmlns:a16="http://schemas.microsoft.com/office/drawing/2014/main" id="{F3FE7CF9-BE9E-7AF4-DB1F-188D6DFA38C7}"/>
              </a:ext>
            </a:extLst>
          </p:cNvPr>
          <p:cNvSpPr>
            <a:spLocks noGrp="1"/>
          </p:cNvSpPr>
          <p:nvPr>
            <p:ph type="dt" sz="half" idx="10"/>
          </p:nvPr>
        </p:nvSpPr>
        <p:spPr/>
        <p:txBody>
          <a:bodyPr/>
          <a:lstStyle>
            <a:lvl1pPr>
              <a:defRPr/>
            </a:lvl1pPr>
          </a:lstStyle>
          <a:p>
            <a:pPr>
              <a:defRPr/>
            </a:pPr>
            <a:fld id="{559A5E42-500A-46CA-8ED7-506870AE74E7}" type="datetime1">
              <a:rPr lang="en-US" smtClean="0"/>
              <a:t>9/29/2025</a:t>
            </a:fld>
            <a:endParaRPr lang="en-US" dirty="0"/>
          </a:p>
        </p:txBody>
      </p:sp>
      <p:sp>
        <p:nvSpPr>
          <p:cNvPr id="6" name="Footer Placeholder 2">
            <a:extLst>
              <a:ext uri="{FF2B5EF4-FFF2-40B4-BE49-F238E27FC236}">
                <a16:creationId xmlns:a16="http://schemas.microsoft.com/office/drawing/2014/main" id="{8FE76AE1-8B90-9C90-8283-B8338E523D44}"/>
              </a:ext>
            </a:extLst>
          </p:cNvPr>
          <p:cNvSpPr>
            <a:spLocks noGrp="1"/>
          </p:cNvSpPr>
          <p:nvPr>
            <p:ph type="ftr" sz="quarter" idx="11"/>
          </p:nvPr>
        </p:nvSpPr>
        <p:spPr/>
        <p:txBody>
          <a:bodyPr/>
          <a:lstStyle>
            <a:lvl1pPr>
              <a:defRPr/>
            </a:lvl1pPr>
          </a:lstStyle>
          <a:p>
            <a:pPr>
              <a:defRPr/>
            </a:pPr>
            <a:r>
              <a:rPr lang="en-US" dirty="0"/>
              <a:t>Final Review</a:t>
            </a:r>
          </a:p>
        </p:txBody>
      </p:sp>
      <p:sp>
        <p:nvSpPr>
          <p:cNvPr id="7" name="Slide Number Placeholder 22">
            <a:extLst>
              <a:ext uri="{FF2B5EF4-FFF2-40B4-BE49-F238E27FC236}">
                <a16:creationId xmlns:a16="http://schemas.microsoft.com/office/drawing/2014/main" id="{D825704D-0DCA-DAED-C674-BC8E4B5DC8CB}"/>
              </a:ext>
            </a:extLst>
          </p:cNvPr>
          <p:cNvSpPr>
            <a:spLocks noGrp="1"/>
          </p:cNvSpPr>
          <p:nvPr>
            <p:ph type="sldNum" sz="quarter" idx="12"/>
          </p:nvPr>
        </p:nvSpPr>
        <p:spPr>
          <a:ln/>
        </p:spPr>
        <p:txBody>
          <a:bodyPr/>
          <a:lstStyle>
            <a:lvl1pPr>
              <a:defRPr/>
            </a:lvl1pPr>
          </a:lstStyle>
          <a:p>
            <a:pPr>
              <a:defRPr/>
            </a:pPr>
            <a:fld id="{4853A23A-6F73-4B8D-B5CD-B19F9BC02F28}" type="slidenum">
              <a:rPr lang="en-US" altLang="en-US"/>
              <a:pPr>
                <a:defRPr/>
              </a:pPr>
              <a:t>‹#›</a:t>
            </a:fld>
            <a:endParaRPr lang="en-US" altLang="en-US" dirty="0"/>
          </a:p>
        </p:txBody>
      </p:sp>
    </p:spTree>
    <p:extLst>
      <p:ext uri="{BB962C8B-B14F-4D97-AF65-F5344CB8AC3E}">
        <p14:creationId xmlns:p14="http://schemas.microsoft.com/office/powerpoint/2010/main" val="3718378229"/>
      </p:ext>
    </p:extLst>
  </p:cSld>
  <p:clrMapOvr>
    <a:masterClrMapping/>
  </p:clrMapOvr>
  <p:transition spd="med">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13">
            <a:extLst>
              <a:ext uri="{FF2B5EF4-FFF2-40B4-BE49-F238E27FC236}">
                <a16:creationId xmlns:a16="http://schemas.microsoft.com/office/drawing/2014/main" id="{BE597638-4CBB-D8C3-EB49-870750B92B02}"/>
              </a:ext>
            </a:extLst>
          </p:cNvPr>
          <p:cNvSpPr>
            <a:spLocks noGrp="1"/>
          </p:cNvSpPr>
          <p:nvPr>
            <p:ph type="dt" sz="half" idx="10"/>
          </p:nvPr>
        </p:nvSpPr>
        <p:spPr/>
        <p:txBody>
          <a:bodyPr/>
          <a:lstStyle>
            <a:lvl1pPr>
              <a:defRPr/>
            </a:lvl1pPr>
          </a:lstStyle>
          <a:p>
            <a:pPr>
              <a:defRPr/>
            </a:pPr>
            <a:fld id="{335A3CEA-6F68-440E-A341-7E3AE0D2661E}" type="datetime1">
              <a:rPr lang="en-US" smtClean="0"/>
              <a:t>9/29/2025</a:t>
            </a:fld>
            <a:endParaRPr lang="en-US" dirty="0"/>
          </a:p>
        </p:txBody>
      </p:sp>
      <p:sp>
        <p:nvSpPr>
          <p:cNvPr id="4" name="Footer Placeholder 2">
            <a:extLst>
              <a:ext uri="{FF2B5EF4-FFF2-40B4-BE49-F238E27FC236}">
                <a16:creationId xmlns:a16="http://schemas.microsoft.com/office/drawing/2014/main" id="{F81C1D57-39E7-480C-2C67-7275D2C92B47}"/>
              </a:ext>
            </a:extLst>
          </p:cNvPr>
          <p:cNvSpPr>
            <a:spLocks noGrp="1"/>
          </p:cNvSpPr>
          <p:nvPr>
            <p:ph type="ftr" sz="quarter" idx="11"/>
          </p:nvPr>
        </p:nvSpPr>
        <p:spPr/>
        <p:txBody>
          <a:bodyPr/>
          <a:lstStyle>
            <a:lvl1pPr>
              <a:defRPr/>
            </a:lvl1pPr>
          </a:lstStyle>
          <a:p>
            <a:pPr>
              <a:defRPr/>
            </a:pPr>
            <a:r>
              <a:rPr lang="en-US" dirty="0"/>
              <a:t>Final Review</a:t>
            </a:r>
          </a:p>
        </p:txBody>
      </p:sp>
      <p:sp>
        <p:nvSpPr>
          <p:cNvPr id="5" name="Slide Number Placeholder 22">
            <a:extLst>
              <a:ext uri="{FF2B5EF4-FFF2-40B4-BE49-F238E27FC236}">
                <a16:creationId xmlns:a16="http://schemas.microsoft.com/office/drawing/2014/main" id="{7D993BC2-BD66-8FD3-D0D6-921E0868B4D5}"/>
              </a:ext>
            </a:extLst>
          </p:cNvPr>
          <p:cNvSpPr>
            <a:spLocks noGrp="1"/>
          </p:cNvSpPr>
          <p:nvPr>
            <p:ph type="sldNum" sz="quarter" idx="12"/>
          </p:nvPr>
        </p:nvSpPr>
        <p:spPr>
          <a:ln/>
        </p:spPr>
        <p:txBody>
          <a:bodyPr/>
          <a:lstStyle>
            <a:lvl1pPr>
              <a:defRPr/>
            </a:lvl1pPr>
          </a:lstStyle>
          <a:p>
            <a:pPr>
              <a:defRPr/>
            </a:pPr>
            <a:fld id="{0AF766C0-D13B-49B1-9F95-94640CF7E3B9}" type="slidenum">
              <a:rPr lang="en-US" altLang="en-US"/>
              <a:pPr>
                <a:defRPr/>
              </a:pPr>
              <a:t>‹#›</a:t>
            </a:fld>
            <a:endParaRPr lang="en-US" altLang="en-US" dirty="0"/>
          </a:p>
        </p:txBody>
      </p:sp>
    </p:spTree>
    <p:extLst>
      <p:ext uri="{BB962C8B-B14F-4D97-AF65-F5344CB8AC3E}">
        <p14:creationId xmlns:p14="http://schemas.microsoft.com/office/powerpoint/2010/main" val="4127339112"/>
      </p:ext>
    </p:extLst>
  </p:cSld>
  <p:clrMapOvr>
    <a:masterClrMapping/>
  </p:clrMapOvr>
  <p:transition spd="med">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a:extLst>
              <a:ext uri="{FF2B5EF4-FFF2-40B4-BE49-F238E27FC236}">
                <a16:creationId xmlns:a16="http://schemas.microsoft.com/office/drawing/2014/main" id="{DDEE9B1E-1901-B37D-4BAE-BA3E96C80CAB}"/>
              </a:ext>
            </a:extLst>
          </p:cNvPr>
          <p:cNvSpPr>
            <a:spLocks noGrp="1"/>
          </p:cNvSpPr>
          <p:nvPr>
            <p:ph type="dt" sz="half" idx="10"/>
          </p:nvPr>
        </p:nvSpPr>
        <p:spPr/>
        <p:txBody>
          <a:bodyPr/>
          <a:lstStyle>
            <a:lvl1pPr>
              <a:defRPr/>
            </a:lvl1pPr>
          </a:lstStyle>
          <a:p>
            <a:pPr>
              <a:defRPr/>
            </a:pPr>
            <a:fld id="{B682D482-23D4-4F7E-9148-3512084216DE}" type="datetime1">
              <a:rPr lang="en-US" smtClean="0"/>
              <a:t>9/29/2025</a:t>
            </a:fld>
            <a:endParaRPr lang="en-US" dirty="0"/>
          </a:p>
        </p:txBody>
      </p:sp>
      <p:sp>
        <p:nvSpPr>
          <p:cNvPr id="3" name="Footer Placeholder 2">
            <a:extLst>
              <a:ext uri="{FF2B5EF4-FFF2-40B4-BE49-F238E27FC236}">
                <a16:creationId xmlns:a16="http://schemas.microsoft.com/office/drawing/2014/main" id="{9D0D78EA-BD7E-CF71-1FC4-D4EDEA63403D}"/>
              </a:ext>
            </a:extLst>
          </p:cNvPr>
          <p:cNvSpPr>
            <a:spLocks noGrp="1"/>
          </p:cNvSpPr>
          <p:nvPr>
            <p:ph type="ftr" sz="quarter" idx="11"/>
          </p:nvPr>
        </p:nvSpPr>
        <p:spPr/>
        <p:txBody>
          <a:bodyPr/>
          <a:lstStyle>
            <a:lvl1pPr>
              <a:defRPr/>
            </a:lvl1pPr>
          </a:lstStyle>
          <a:p>
            <a:pPr>
              <a:defRPr/>
            </a:pPr>
            <a:r>
              <a:rPr lang="en-US" dirty="0"/>
              <a:t>Final Review</a:t>
            </a:r>
          </a:p>
        </p:txBody>
      </p:sp>
      <p:sp>
        <p:nvSpPr>
          <p:cNvPr id="4" name="Slide Number Placeholder 22">
            <a:extLst>
              <a:ext uri="{FF2B5EF4-FFF2-40B4-BE49-F238E27FC236}">
                <a16:creationId xmlns:a16="http://schemas.microsoft.com/office/drawing/2014/main" id="{25C555E7-BF3F-8B7E-CCF1-12AFEE60F4A1}"/>
              </a:ext>
            </a:extLst>
          </p:cNvPr>
          <p:cNvSpPr>
            <a:spLocks noGrp="1"/>
          </p:cNvSpPr>
          <p:nvPr>
            <p:ph type="sldNum" sz="quarter" idx="12"/>
          </p:nvPr>
        </p:nvSpPr>
        <p:spPr>
          <a:ln/>
        </p:spPr>
        <p:txBody>
          <a:bodyPr/>
          <a:lstStyle>
            <a:lvl1pPr>
              <a:defRPr/>
            </a:lvl1pPr>
          </a:lstStyle>
          <a:p>
            <a:pPr>
              <a:defRPr/>
            </a:pPr>
            <a:fld id="{F30373C5-36E2-45E5-9771-D1624834DA87}" type="slidenum">
              <a:rPr lang="en-US" altLang="en-US"/>
              <a:pPr>
                <a:defRPr/>
              </a:pPr>
              <a:t>‹#›</a:t>
            </a:fld>
            <a:endParaRPr lang="en-US" altLang="en-US" dirty="0"/>
          </a:p>
        </p:txBody>
      </p:sp>
    </p:spTree>
    <p:extLst>
      <p:ext uri="{BB962C8B-B14F-4D97-AF65-F5344CB8AC3E}">
        <p14:creationId xmlns:p14="http://schemas.microsoft.com/office/powerpoint/2010/main" val="511614514"/>
      </p:ext>
    </p:extLst>
  </p:cSld>
  <p:clrMapOvr>
    <a:masterClrMapping/>
  </p:clrMapOvr>
  <p:transition spd="med">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D91502E-DB51-EB87-21F3-3029E7315FDA}"/>
              </a:ext>
            </a:extLst>
          </p:cNvPr>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useBgFill="1">
        <p:nvSpPr>
          <p:cNvPr id="5" name="Rounded Rectangle 8">
            <a:extLst>
              <a:ext uri="{FF2B5EF4-FFF2-40B4-BE49-F238E27FC236}">
                <a16:creationId xmlns:a16="http://schemas.microsoft.com/office/drawing/2014/main" id="{8DA60C55-70C2-94AA-5C4D-F81704881447}"/>
              </a:ext>
            </a:extLst>
          </p:cNvPr>
          <p:cNvSpPr/>
          <p:nvPr/>
        </p:nvSpPr>
        <p:spPr>
          <a:xfrm>
            <a:off x="64294" y="69850"/>
            <a:ext cx="9013031"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p:nvSpPr>
          <p:cNvPr id="11" name="Content Placeholder 10"/>
          <p:cNvSpPr>
            <a:spLocks noGrp="1"/>
          </p:cNvSpPr>
          <p:nvPr>
            <p:ph sz="quarter" idx="1"/>
          </p:nvPr>
        </p:nvSpPr>
        <p:spPr>
          <a:xfrm>
            <a:off x="2971800" y="1600200"/>
            <a:ext cx="57150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p:cNvSpPr>
            <a:spLocks noGrp="1"/>
          </p:cNvSpPr>
          <p:nvPr>
            <p:ph type="body" idx="2"/>
          </p:nvPr>
        </p:nvSpPr>
        <p:spPr>
          <a:xfrm>
            <a:off x="914400" y="1600200"/>
            <a:ext cx="1905000" cy="4495800"/>
          </a:xfrm>
        </p:spPr>
        <p:txBody>
          <a:bodyPr/>
          <a:lstStyle>
            <a:lvl1pPr marL="0" indent="0">
              <a:buNone/>
              <a:defRPr sz="1350"/>
            </a:lvl1pPr>
            <a:lvl2pPr>
              <a:buNone/>
              <a:defRPr sz="900"/>
            </a:lvl2pPr>
            <a:lvl3pPr>
              <a:buNone/>
              <a:defRPr sz="750"/>
            </a:lvl3pPr>
            <a:lvl4pPr>
              <a:buNone/>
              <a:defRPr sz="675"/>
            </a:lvl4pPr>
            <a:lvl5pPr>
              <a:buNone/>
              <a:defRPr sz="675"/>
            </a:lvl5pPr>
          </a:lstStyle>
          <a:p>
            <a:pPr lvl="0"/>
            <a:r>
              <a:rPr lang="en-US"/>
              <a:t>Click to edit Master text styles</a:t>
            </a:r>
          </a:p>
        </p:txBody>
      </p:sp>
      <p:sp>
        <p:nvSpPr>
          <p:cNvPr id="2" name="Title 1"/>
          <p:cNvSpPr>
            <a:spLocks noGrp="1"/>
          </p:cNvSpPr>
          <p:nvPr>
            <p:ph type="title"/>
          </p:nvPr>
        </p:nvSpPr>
        <p:spPr>
          <a:xfrm>
            <a:off x="914400" y="273050"/>
            <a:ext cx="7772400" cy="1143000"/>
          </a:xfrm>
        </p:spPr>
        <p:txBody>
          <a:bodyPr/>
          <a:lstStyle>
            <a:lvl1pPr algn="l">
              <a:buNone/>
              <a:defRPr sz="3000" b="0"/>
            </a:lvl1pPr>
          </a:lstStyle>
          <a:p>
            <a:r>
              <a:rPr lang="en-US"/>
              <a:t>Click to edit Master title style</a:t>
            </a:r>
          </a:p>
        </p:txBody>
      </p:sp>
      <p:sp>
        <p:nvSpPr>
          <p:cNvPr id="6" name="Date Placeholder 4">
            <a:extLst>
              <a:ext uri="{FF2B5EF4-FFF2-40B4-BE49-F238E27FC236}">
                <a16:creationId xmlns:a16="http://schemas.microsoft.com/office/drawing/2014/main" id="{2487BF32-AE47-3E28-A42C-0ADCF3AE60BB}"/>
              </a:ext>
            </a:extLst>
          </p:cNvPr>
          <p:cNvSpPr>
            <a:spLocks noGrp="1"/>
          </p:cNvSpPr>
          <p:nvPr>
            <p:ph type="dt" sz="half" idx="10"/>
          </p:nvPr>
        </p:nvSpPr>
        <p:spPr/>
        <p:txBody>
          <a:bodyPr/>
          <a:lstStyle>
            <a:lvl1pPr>
              <a:defRPr/>
            </a:lvl1pPr>
          </a:lstStyle>
          <a:p>
            <a:pPr>
              <a:defRPr/>
            </a:pPr>
            <a:fld id="{E8C64CE1-D023-4267-AF77-3CD2F9016678}" type="datetime1">
              <a:rPr lang="en-US" smtClean="0"/>
              <a:t>9/29/2025</a:t>
            </a:fld>
            <a:endParaRPr lang="en-US" dirty="0"/>
          </a:p>
        </p:txBody>
      </p:sp>
      <p:sp>
        <p:nvSpPr>
          <p:cNvPr id="7" name="Footer Placeholder 5">
            <a:extLst>
              <a:ext uri="{FF2B5EF4-FFF2-40B4-BE49-F238E27FC236}">
                <a16:creationId xmlns:a16="http://schemas.microsoft.com/office/drawing/2014/main" id="{CA2713DC-9223-8DDF-77EA-B12FBDA37E7B}"/>
              </a:ext>
            </a:extLst>
          </p:cNvPr>
          <p:cNvSpPr>
            <a:spLocks noGrp="1"/>
          </p:cNvSpPr>
          <p:nvPr>
            <p:ph type="ftr" sz="quarter" idx="11"/>
          </p:nvPr>
        </p:nvSpPr>
        <p:spPr/>
        <p:txBody>
          <a:bodyPr/>
          <a:lstStyle>
            <a:lvl1pPr>
              <a:defRPr/>
            </a:lvl1pPr>
          </a:lstStyle>
          <a:p>
            <a:pPr>
              <a:defRPr/>
            </a:pPr>
            <a:r>
              <a:rPr lang="en-US" dirty="0"/>
              <a:t>Final Review</a:t>
            </a:r>
          </a:p>
        </p:txBody>
      </p:sp>
      <p:sp>
        <p:nvSpPr>
          <p:cNvPr id="8" name="Slide Number Placeholder 6">
            <a:extLst>
              <a:ext uri="{FF2B5EF4-FFF2-40B4-BE49-F238E27FC236}">
                <a16:creationId xmlns:a16="http://schemas.microsoft.com/office/drawing/2014/main" id="{B610BB8C-A229-269E-0ECA-803917914DAB}"/>
              </a:ext>
            </a:extLst>
          </p:cNvPr>
          <p:cNvSpPr>
            <a:spLocks noGrp="1"/>
          </p:cNvSpPr>
          <p:nvPr>
            <p:ph type="sldNum" sz="quarter" idx="12"/>
          </p:nvPr>
        </p:nvSpPr>
        <p:spPr/>
        <p:txBody>
          <a:bodyPr/>
          <a:lstStyle>
            <a:lvl1pPr>
              <a:defRPr/>
            </a:lvl1pPr>
          </a:lstStyle>
          <a:p>
            <a:pPr>
              <a:defRPr/>
            </a:pPr>
            <a:fld id="{1F06B038-C6AD-4407-87A4-0333F8CDDEEF}" type="slidenum">
              <a:rPr lang="en-US" altLang="en-US"/>
              <a:pPr>
                <a:defRPr/>
              </a:pPr>
              <a:t>‹#›</a:t>
            </a:fld>
            <a:endParaRPr lang="en-US" altLang="en-US" dirty="0"/>
          </a:p>
        </p:txBody>
      </p:sp>
    </p:spTree>
    <p:extLst>
      <p:ext uri="{BB962C8B-B14F-4D97-AF65-F5344CB8AC3E}">
        <p14:creationId xmlns:p14="http://schemas.microsoft.com/office/powerpoint/2010/main" val="3140750393"/>
      </p:ext>
    </p:extLst>
  </p:cSld>
  <p:clrMapOvr>
    <a:masterClrMapping/>
  </p:clrMapOvr>
  <p:transition spd="med">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6F3BDF-41E5-BF70-16F1-B3426D0B3159}"/>
              </a:ext>
            </a:extLst>
          </p:cNvPr>
          <p:cNvSpPr/>
          <p:nvPr/>
        </p:nvSpPr>
        <p:spPr>
          <a:xfrm flipV="1">
            <a:off x="67866" y="4683126"/>
            <a:ext cx="9007078"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p:nvSpPr>
          <p:cNvPr id="6" name="Rectangle 5">
            <a:extLst>
              <a:ext uri="{FF2B5EF4-FFF2-40B4-BE49-F238E27FC236}">
                <a16:creationId xmlns:a16="http://schemas.microsoft.com/office/drawing/2014/main" id="{17FC599A-5244-AC32-7A9E-D46068E454D0}"/>
              </a:ext>
            </a:extLst>
          </p:cNvPr>
          <p:cNvSpPr/>
          <p:nvPr/>
        </p:nvSpPr>
        <p:spPr>
          <a:xfrm>
            <a:off x="69056" y="4649789"/>
            <a:ext cx="9005888"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p:nvSpPr>
          <p:cNvPr id="7" name="Rectangle 6">
            <a:extLst>
              <a:ext uri="{FF2B5EF4-FFF2-40B4-BE49-F238E27FC236}">
                <a16:creationId xmlns:a16="http://schemas.microsoft.com/office/drawing/2014/main" id="{10708410-30CD-3BD1-69D7-63B87D61BC5B}"/>
              </a:ext>
            </a:extLst>
          </p:cNvPr>
          <p:cNvSpPr/>
          <p:nvPr/>
        </p:nvSpPr>
        <p:spPr>
          <a:xfrm>
            <a:off x="69056" y="4773613"/>
            <a:ext cx="9005888" cy="4921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p:nvSpPr>
          <p:cNvPr id="3" name="Picture Placeholder 2"/>
          <p:cNvSpPr>
            <a:spLocks noGrp="1"/>
          </p:cNvSpPr>
          <p:nvPr>
            <p:ph type="pic" idx="1"/>
          </p:nvPr>
        </p:nvSpPr>
        <p:spPr>
          <a:xfrm>
            <a:off x="68309" y="66677"/>
            <a:ext cx="9001873" cy="4581525"/>
          </a:xfrm>
          <a:prstGeom prst="round2SameRect">
            <a:avLst>
              <a:gd name="adj1" fmla="val 7101"/>
              <a:gd name="adj2" fmla="val 0"/>
            </a:avLst>
          </a:prstGeom>
          <a:solidFill>
            <a:schemeClr val="bg2"/>
          </a:solidFill>
          <a:ln w="6350">
            <a:solidFill>
              <a:schemeClr val="tx1"/>
            </a:solidFill>
          </a:ln>
        </p:spPr>
        <p:txBody>
          <a:bodyPr>
            <a:normAutofit/>
          </a:bodyPr>
          <a:lstStyle>
            <a:lvl1pPr marL="0" indent="0">
              <a:buNone/>
              <a:defRPr sz="2400"/>
            </a:lvl1pPr>
          </a:lstStyle>
          <a:p>
            <a:pPr lvl="0"/>
            <a:r>
              <a:rPr lang="en-US" noProof="0" dirty="0"/>
              <a:t>Click icon to add picture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200"/>
            </a:lvl1pPr>
            <a:lvl2pPr>
              <a:defRPr sz="900"/>
            </a:lvl2pPr>
            <a:lvl3pPr>
              <a:defRPr sz="750"/>
            </a:lvl3pPr>
            <a:lvl4pPr>
              <a:defRPr sz="675"/>
            </a:lvl4pPr>
            <a:lvl5pPr>
              <a:defRPr sz="675"/>
            </a:lvl5pPr>
          </a:lstStyle>
          <a:p>
            <a:pPr lvl="0"/>
            <a:r>
              <a:rPr lang="en-US"/>
              <a:t>Click to edit Master text styles</a:t>
            </a:r>
          </a:p>
        </p:txBody>
      </p:sp>
      <p:sp>
        <p:nvSpPr>
          <p:cNvPr id="2" name="Title 1"/>
          <p:cNvSpPr>
            <a:spLocks noGrp="1"/>
          </p:cNvSpPr>
          <p:nvPr>
            <p:ph type="title"/>
          </p:nvPr>
        </p:nvSpPr>
        <p:spPr>
          <a:xfrm>
            <a:off x="914400" y="4900550"/>
            <a:ext cx="7315200" cy="522288"/>
          </a:xfrm>
        </p:spPr>
        <p:txBody>
          <a:bodyPr anchor="ctr">
            <a:noAutofit/>
          </a:bodyPr>
          <a:lstStyle>
            <a:lvl1pPr algn="l">
              <a:buNone/>
              <a:defRPr sz="2100" b="0"/>
            </a:lvl1pPr>
          </a:lstStyle>
          <a:p>
            <a:r>
              <a:rPr lang="en-US"/>
              <a:t>Click to edit Master title style</a:t>
            </a:r>
          </a:p>
        </p:txBody>
      </p:sp>
      <p:sp>
        <p:nvSpPr>
          <p:cNvPr id="8" name="Date Placeholder 4">
            <a:extLst>
              <a:ext uri="{FF2B5EF4-FFF2-40B4-BE49-F238E27FC236}">
                <a16:creationId xmlns:a16="http://schemas.microsoft.com/office/drawing/2014/main" id="{F2DEFF8D-2DE0-55F5-078C-3FCBFE11035A}"/>
              </a:ext>
            </a:extLst>
          </p:cNvPr>
          <p:cNvSpPr>
            <a:spLocks noGrp="1"/>
          </p:cNvSpPr>
          <p:nvPr>
            <p:ph type="dt" sz="half" idx="10"/>
          </p:nvPr>
        </p:nvSpPr>
        <p:spPr/>
        <p:txBody>
          <a:bodyPr/>
          <a:lstStyle>
            <a:lvl1pPr>
              <a:defRPr/>
            </a:lvl1pPr>
          </a:lstStyle>
          <a:p>
            <a:pPr>
              <a:defRPr/>
            </a:pPr>
            <a:fld id="{590DB1BC-8151-458F-B68F-0FE3116DFDB2}" type="datetime1">
              <a:rPr lang="en-US" smtClean="0"/>
              <a:t>9/29/2025</a:t>
            </a:fld>
            <a:endParaRPr lang="en-US" dirty="0"/>
          </a:p>
        </p:txBody>
      </p:sp>
      <p:sp>
        <p:nvSpPr>
          <p:cNvPr id="9" name="Footer Placeholder 5">
            <a:extLst>
              <a:ext uri="{FF2B5EF4-FFF2-40B4-BE49-F238E27FC236}">
                <a16:creationId xmlns:a16="http://schemas.microsoft.com/office/drawing/2014/main" id="{E71B544A-EC8B-9FC1-7223-E0C2FD372D8B}"/>
              </a:ext>
            </a:extLst>
          </p:cNvPr>
          <p:cNvSpPr>
            <a:spLocks noGrp="1"/>
          </p:cNvSpPr>
          <p:nvPr>
            <p:ph type="ftr" sz="quarter" idx="11"/>
          </p:nvPr>
        </p:nvSpPr>
        <p:spPr>
          <a:xfrm>
            <a:off x="914400" y="6172200"/>
            <a:ext cx="3886200" cy="457200"/>
          </a:xfrm>
        </p:spPr>
        <p:txBody>
          <a:bodyPr/>
          <a:lstStyle>
            <a:lvl1pPr>
              <a:defRPr/>
            </a:lvl1pPr>
          </a:lstStyle>
          <a:p>
            <a:pPr>
              <a:defRPr/>
            </a:pPr>
            <a:r>
              <a:rPr lang="en-US" dirty="0"/>
              <a:t>Final Review</a:t>
            </a:r>
          </a:p>
        </p:txBody>
      </p:sp>
      <p:sp>
        <p:nvSpPr>
          <p:cNvPr id="10" name="Slide Number Placeholder 6">
            <a:extLst>
              <a:ext uri="{FF2B5EF4-FFF2-40B4-BE49-F238E27FC236}">
                <a16:creationId xmlns:a16="http://schemas.microsoft.com/office/drawing/2014/main" id="{87AA704E-0D15-7A1D-6D87-567C4550AC75}"/>
              </a:ext>
            </a:extLst>
          </p:cNvPr>
          <p:cNvSpPr>
            <a:spLocks noGrp="1"/>
          </p:cNvSpPr>
          <p:nvPr>
            <p:ph type="sldNum" sz="quarter" idx="12"/>
          </p:nvPr>
        </p:nvSpPr>
        <p:spPr>
          <a:xfrm>
            <a:off x="146447" y="6208713"/>
            <a:ext cx="457200" cy="457200"/>
          </a:xfrm>
        </p:spPr>
        <p:txBody>
          <a:bodyPr/>
          <a:lstStyle>
            <a:lvl1pPr>
              <a:defRPr/>
            </a:lvl1pPr>
          </a:lstStyle>
          <a:p>
            <a:pPr>
              <a:defRPr/>
            </a:pPr>
            <a:fld id="{D78A91EA-5315-4E8F-BE5D-CEA69D7FCBAC}" type="slidenum">
              <a:rPr lang="en-US" altLang="en-US"/>
              <a:pPr>
                <a:defRPr/>
              </a:pPr>
              <a:t>‹#›</a:t>
            </a:fld>
            <a:endParaRPr lang="en-US" altLang="en-US" dirty="0"/>
          </a:p>
        </p:txBody>
      </p:sp>
    </p:spTree>
    <p:extLst>
      <p:ext uri="{BB962C8B-B14F-4D97-AF65-F5344CB8AC3E}">
        <p14:creationId xmlns:p14="http://schemas.microsoft.com/office/powerpoint/2010/main" val="1091770187"/>
      </p:ext>
    </p:extLst>
  </p:cSld>
  <p:clrMapOvr>
    <a:masterClrMapping/>
  </p:clrMapOvr>
  <p:transition spd="med">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4" name="Date Placeholder 13">
            <a:extLst>
              <a:ext uri="{FF2B5EF4-FFF2-40B4-BE49-F238E27FC236}">
                <a16:creationId xmlns:a16="http://schemas.microsoft.com/office/drawing/2014/main" id="{4439AA5F-E3CA-6F66-6560-F496999619F3}"/>
              </a:ext>
            </a:extLst>
          </p:cNvPr>
          <p:cNvSpPr>
            <a:spLocks noGrp="1"/>
          </p:cNvSpPr>
          <p:nvPr>
            <p:ph type="dt" sz="half" idx="10"/>
          </p:nvPr>
        </p:nvSpPr>
        <p:spPr/>
        <p:txBody>
          <a:bodyPr/>
          <a:lstStyle>
            <a:lvl1pPr>
              <a:defRPr/>
            </a:lvl1pPr>
          </a:lstStyle>
          <a:p>
            <a:pPr>
              <a:defRPr/>
            </a:pPr>
            <a:fld id="{C1EF4E9B-0D04-430B-8F0E-97B2F0AC0D2F}" type="datetime1">
              <a:rPr lang="en-US" smtClean="0"/>
              <a:t>9/29/2025</a:t>
            </a:fld>
            <a:endParaRPr lang="en-US" dirty="0"/>
          </a:p>
        </p:txBody>
      </p:sp>
      <p:sp>
        <p:nvSpPr>
          <p:cNvPr id="5" name="Footer Placeholder 2">
            <a:extLst>
              <a:ext uri="{FF2B5EF4-FFF2-40B4-BE49-F238E27FC236}">
                <a16:creationId xmlns:a16="http://schemas.microsoft.com/office/drawing/2014/main" id="{4CD11661-EEEE-BDC0-6AAB-FE9CD3C3839B}"/>
              </a:ext>
            </a:extLst>
          </p:cNvPr>
          <p:cNvSpPr>
            <a:spLocks noGrp="1"/>
          </p:cNvSpPr>
          <p:nvPr>
            <p:ph type="ftr" sz="quarter" idx="11"/>
          </p:nvPr>
        </p:nvSpPr>
        <p:spPr/>
        <p:txBody>
          <a:bodyPr/>
          <a:lstStyle>
            <a:lvl1pPr>
              <a:defRPr/>
            </a:lvl1pPr>
          </a:lstStyle>
          <a:p>
            <a:pPr>
              <a:defRPr/>
            </a:pPr>
            <a:r>
              <a:rPr lang="en-US" dirty="0"/>
              <a:t>Final Review</a:t>
            </a:r>
          </a:p>
        </p:txBody>
      </p:sp>
      <p:sp>
        <p:nvSpPr>
          <p:cNvPr id="6" name="Slide Number Placeholder 22">
            <a:extLst>
              <a:ext uri="{FF2B5EF4-FFF2-40B4-BE49-F238E27FC236}">
                <a16:creationId xmlns:a16="http://schemas.microsoft.com/office/drawing/2014/main" id="{494F701D-81FE-60C1-290C-CB4930C464B9}"/>
              </a:ext>
            </a:extLst>
          </p:cNvPr>
          <p:cNvSpPr>
            <a:spLocks noGrp="1"/>
          </p:cNvSpPr>
          <p:nvPr>
            <p:ph type="sldNum" sz="quarter" idx="12"/>
          </p:nvPr>
        </p:nvSpPr>
        <p:spPr>
          <a:ln/>
        </p:spPr>
        <p:txBody>
          <a:bodyPr/>
          <a:lstStyle>
            <a:lvl1pPr>
              <a:defRPr/>
            </a:lvl1pPr>
          </a:lstStyle>
          <a:p>
            <a:pPr>
              <a:defRPr/>
            </a:pPr>
            <a:fld id="{47F652E0-A612-4B45-9DEC-0B1649C3CACB}" type="slidenum">
              <a:rPr lang="en-US" altLang="en-US"/>
              <a:pPr>
                <a:defRPr/>
              </a:pPr>
              <a:t>‹#›</a:t>
            </a:fld>
            <a:endParaRPr lang="en-US" altLang="en-US" dirty="0"/>
          </a:p>
        </p:txBody>
      </p:sp>
    </p:spTree>
    <p:extLst>
      <p:ext uri="{BB962C8B-B14F-4D97-AF65-F5344CB8AC3E}">
        <p14:creationId xmlns:p14="http://schemas.microsoft.com/office/powerpoint/2010/main" val="2831839382"/>
      </p:ext>
    </p:extLst>
  </p:cSld>
  <p:clrMapOvr>
    <a:masterClrMapping/>
  </p:clrMapOvr>
  <p:transition spd="med">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914400" y="274642"/>
            <a:ext cx="55626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Vertical Title 1"/>
          <p:cNvSpPr>
            <a:spLocks noGrp="1"/>
          </p:cNvSpPr>
          <p:nvPr>
            <p:ph type="title" orient="vert"/>
          </p:nvPr>
        </p:nvSpPr>
        <p:spPr>
          <a:xfrm>
            <a:off x="6629400" y="274643"/>
            <a:ext cx="2011680" cy="5851525"/>
          </a:xfrm>
        </p:spPr>
        <p:txBody>
          <a:bodyPr vert="eaVert"/>
          <a:lstStyle/>
          <a:p>
            <a:r>
              <a:rPr lang="en-US"/>
              <a:t>Click to edit Master title style</a:t>
            </a:r>
          </a:p>
        </p:txBody>
      </p:sp>
      <p:sp>
        <p:nvSpPr>
          <p:cNvPr id="4" name="Date Placeholder 13">
            <a:extLst>
              <a:ext uri="{FF2B5EF4-FFF2-40B4-BE49-F238E27FC236}">
                <a16:creationId xmlns:a16="http://schemas.microsoft.com/office/drawing/2014/main" id="{48CB3A6B-EB2D-A2E5-98F0-543357398829}"/>
              </a:ext>
            </a:extLst>
          </p:cNvPr>
          <p:cNvSpPr>
            <a:spLocks noGrp="1"/>
          </p:cNvSpPr>
          <p:nvPr>
            <p:ph type="dt" sz="half" idx="10"/>
          </p:nvPr>
        </p:nvSpPr>
        <p:spPr/>
        <p:txBody>
          <a:bodyPr/>
          <a:lstStyle>
            <a:lvl1pPr>
              <a:defRPr/>
            </a:lvl1pPr>
          </a:lstStyle>
          <a:p>
            <a:pPr>
              <a:defRPr/>
            </a:pPr>
            <a:fld id="{E5C50EA3-447D-4B98-A783-1AD472269CD1}" type="datetime1">
              <a:rPr lang="en-US" smtClean="0"/>
              <a:t>9/29/2025</a:t>
            </a:fld>
            <a:endParaRPr lang="en-US" dirty="0"/>
          </a:p>
        </p:txBody>
      </p:sp>
      <p:sp>
        <p:nvSpPr>
          <p:cNvPr id="5" name="Footer Placeholder 2">
            <a:extLst>
              <a:ext uri="{FF2B5EF4-FFF2-40B4-BE49-F238E27FC236}">
                <a16:creationId xmlns:a16="http://schemas.microsoft.com/office/drawing/2014/main" id="{CB57205C-987D-43D7-092F-1594C9EDCE5E}"/>
              </a:ext>
            </a:extLst>
          </p:cNvPr>
          <p:cNvSpPr>
            <a:spLocks noGrp="1"/>
          </p:cNvSpPr>
          <p:nvPr>
            <p:ph type="ftr" sz="quarter" idx="11"/>
          </p:nvPr>
        </p:nvSpPr>
        <p:spPr/>
        <p:txBody>
          <a:bodyPr/>
          <a:lstStyle>
            <a:lvl1pPr>
              <a:defRPr/>
            </a:lvl1pPr>
          </a:lstStyle>
          <a:p>
            <a:pPr>
              <a:defRPr/>
            </a:pPr>
            <a:r>
              <a:rPr lang="en-US" dirty="0"/>
              <a:t>Final Review</a:t>
            </a:r>
          </a:p>
        </p:txBody>
      </p:sp>
      <p:sp>
        <p:nvSpPr>
          <p:cNvPr id="6" name="Slide Number Placeholder 22">
            <a:extLst>
              <a:ext uri="{FF2B5EF4-FFF2-40B4-BE49-F238E27FC236}">
                <a16:creationId xmlns:a16="http://schemas.microsoft.com/office/drawing/2014/main" id="{1D0F0EA6-C4B0-22B5-AA59-4A62103BE79C}"/>
              </a:ext>
            </a:extLst>
          </p:cNvPr>
          <p:cNvSpPr>
            <a:spLocks noGrp="1"/>
          </p:cNvSpPr>
          <p:nvPr>
            <p:ph type="sldNum" sz="quarter" idx="12"/>
          </p:nvPr>
        </p:nvSpPr>
        <p:spPr>
          <a:ln/>
        </p:spPr>
        <p:txBody>
          <a:bodyPr/>
          <a:lstStyle>
            <a:lvl1pPr>
              <a:defRPr/>
            </a:lvl1pPr>
          </a:lstStyle>
          <a:p>
            <a:pPr>
              <a:defRPr/>
            </a:pPr>
            <a:fld id="{4543400E-9841-416C-95F2-EE049772CE88}" type="slidenum">
              <a:rPr lang="en-US" altLang="en-US"/>
              <a:pPr>
                <a:defRPr/>
              </a:pPr>
              <a:t>‹#›</a:t>
            </a:fld>
            <a:endParaRPr lang="en-US" altLang="en-US" dirty="0"/>
          </a:p>
        </p:txBody>
      </p:sp>
    </p:spTree>
    <p:extLst>
      <p:ext uri="{BB962C8B-B14F-4D97-AF65-F5344CB8AC3E}">
        <p14:creationId xmlns:p14="http://schemas.microsoft.com/office/powerpoint/2010/main" val="2131473448"/>
      </p:ext>
    </p:extLst>
  </p:cSld>
  <p:clrMapOvr>
    <a:masterClrMapping/>
  </p:clrMapOvr>
  <p:transition spd="med">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ltGray">
      <p:bgPr>
        <a:solidFill>
          <a:schemeClr val="bg1"/>
        </a:solidFill>
        <a:effectLst/>
      </p:bgPr>
    </p:bg>
    <p:spTree>
      <p:nvGrpSpPr>
        <p:cNvPr id="1" name=""/>
        <p:cNvGrpSpPr/>
        <p:nvPr/>
      </p:nvGrpSpPr>
      <p:grpSpPr>
        <a:xfrm>
          <a:off x="0" y="0"/>
          <a:ext cx="0" cy="0"/>
          <a:chOff x="0" y="0"/>
          <a:chExt cx="0" cy="0"/>
        </a:xfrm>
      </p:grpSpPr>
      <p:sp useBgFill="1">
        <p:nvSpPr>
          <p:cNvPr id="11" name="Rounded Rectangle 10">
            <a:extLst>
              <a:ext uri="{FF2B5EF4-FFF2-40B4-BE49-F238E27FC236}">
                <a16:creationId xmlns:a16="http://schemas.microsoft.com/office/drawing/2014/main" id="{8C4C6140-1D52-FF9A-4C91-EED263A4BCE4}"/>
              </a:ext>
            </a:extLst>
          </p:cNvPr>
          <p:cNvSpPr/>
          <p:nvPr/>
        </p:nvSpPr>
        <p:spPr>
          <a:xfrm>
            <a:off x="65485" y="69850"/>
            <a:ext cx="9013031"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p:nvSpPr>
          <p:cNvPr id="14" name="Date Placeholder 13">
            <a:extLst>
              <a:ext uri="{FF2B5EF4-FFF2-40B4-BE49-F238E27FC236}">
                <a16:creationId xmlns:a16="http://schemas.microsoft.com/office/drawing/2014/main" id="{99593253-A065-64B6-166D-4019A6551092}"/>
              </a:ext>
            </a:extLst>
          </p:cNvPr>
          <p:cNvSpPr>
            <a:spLocks noGrp="1"/>
          </p:cNvSpPr>
          <p:nvPr>
            <p:ph type="dt" sz="half" idx="2"/>
          </p:nvPr>
        </p:nvSpPr>
        <p:spPr>
          <a:xfrm>
            <a:off x="6172200" y="6191250"/>
            <a:ext cx="2476500" cy="476250"/>
          </a:xfrm>
          <a:prstGeom prst="rect">
            <a:avLst/>
          </a:prstGeom>
        </p:spPr>
        <p:txBody>
          <a:bodyPr anchor="ctr" anchorCtr="0"/>
          <a:lstStyle>
            <a:lvl1pPr algn="r" eaLnBrk="1" fontAlgn="auto" latinLnBrk="0" hangingPunct="1">
              <a:spcBef>
                <a:spcPts val="0"/>
              </a:spcBef>
              <a:spcAft>
                <a:spcPts val="0"/>
              </a:spcAft>
              <a:defRPr kumimoji="0" sz="1050">
                <a:solidFill>
                  <a:schemeClr val="tx2"/>
                </a:solidFill>
                <a:latin typeface="+mn-lt"/>
              </a:defRPr>
            </a:lvl1pPr>
          </a:lstStyle>
          <a:p>
            <a:pPr>
              <a:defRPr/>
            </a:pPr>
            <a:fld id="{5C73320E-1875-46B0-BB20-7478AA509F42}" type="datetime1">
              <a:rPr lang="en-US" smtClean="0"/>
              <a:t>9/29/2025</a:t>
            </a:fld>
            <a:endParaRPr lang="en-US" dirty="0"/>
          </a:p>
        </p:txBody>
      </p:sp>
      <p:sp>
        <p:nvSpPr>
          <p:cNvPr id="3" name="Footer Placeholder 2">
            <a:extLst>
              <a:ext uri="{FF2B5EF4-FFF2-40B4-BE49-F238E27FC236}">
                <a16:creationId xmlns:a16="http://schemas.microsoft.com/office/drawing/2014/main" id="{6E02FBBA-4208-ED6E-2D6F-D9040309A6C5}"/>
              </a:ext>
            </a:extLst>
          </p:cNvPr>
          <p:cNvSpPr>
            <a:spLocks noGrp="1"/>
          </p:cNvSpPr>
          <p:nvPr>
            <p:ph type="ftr" sz="quarter" idx="3"/>
          </p:nvPr>
        </p:nvSpPr>
        <p:spPr>
          <a:xfrm>
            <a:off x="914400" y="6172200"/>
            <a:ext cx="3962400" cy="457200"/>
          </a:xfrm>
          <a:prstGeom prst="rect">
            <a:avLst/>
          </a:prstGeom>
        </p:spPr>
        <p:txBody>
          <a:bodyPr anchor="ctr" anchorCtr="0"/>
          <a:lstStyle>
            <a:lvl1pPr eaLnBrk="1" fontAlgn="auto" latinLnBrk="0" hangingPunct="1">
              <a:spcBef>
                <a:spcPts val="0"/>
              </a:spcBef>
              <a:spcAft>
                <a:spcPts val="0"/>
              </a:spcAft>
              <a:defRPr kumimoji="0" sz="1050">
                <a:solidFill>
                  <a:schemeClr val="tx2"/>
                </a:solidFill>
                <a:latin typeface="+mn-lt"/>
              </a:defRPr>
            </a:lvl1pPr>
          </a:lstStyle>
          <a:p>
            <a:pPr>
              <a:defRPr/>
            </a:pPr>
            <a:r>
              <a:rPr lang="en-US" dirty="0"/>
              <a:t>Final Review</a:t>
            </a:r>
          </a:p>
        </p:txBody>
      </p:sp>
      <p:sp>
        <p:nvSpPr>
          <p:cNvPr id="23" name="Slide Number Placeholder 22">
            <a:extLst>
              <a:ext uri="{FF2B5EF4-FFF2-40B4-BE49-F238E27FC236}">
                <a16:creationId xmlns:a16="http://schemas.microsoft.com/office/drawing/2014/main" id="{65AA52CD-DDB5-ADF3-2A45-BCC4EF722FA9}"/>
              </a:ext>
            </a:extLst>
          </p:cNvPr>
          <p:cNvSpPr>
            <a:spLocks noGrp="1"/>
          </p:cNvSpPr>
          <p:nvPr>
            <p:ph type="sldNum" sz="quarter" idx="4"/>
          </p:nvPr>
        </p:nvSpPr>
        <p:spPr>
          <a:xfrm>
            <a:off x="146447" y="6210300"/>
            <a:ext cx="457200" cy="457200"/>
          </a:xfrm>
          <a:prstGeom prst="ellipse">
            <a:avLst/>
          </a:prstGeom>
          <a:solidFill>
            <a:schemeClr val="bg2">
              <a:lumMod val="50000"/>
            </a:schemeClr>
          </a:solidFill>
          <a:ln>
            <a:solidFill>
              <a:schemeClr val="bg2">
                <a:lumMod val="50000"/>
              </a:schemeClr>
            </a:solidFill>
          </a:ln>
        </p:spPr>
        <p:txBody>
          <a:bodyPr vert="horz" wrap="none" lIns="0" tIns="0" rIns="0" bIns="0" numCol="1" anchor="ctr" anchorCtr="1" compatLnSpc="1">
            <a:prstTxWarp prst="textNoShape">
              <a:avLst/>
            </a:prstTxWarp>
            <a:noAutofit/>
          </a:bodyPr>
          <a:lstStyle>
            <a:lvl1pPr algn="ctr" eaLnBrk="1" hangingPunct="1">
              <a:defRPr sz="1050">
                <a:solidFill>
                  <a:schemeClr val="bg1"/>
                </a:solidFill>
                <a:latin typeface="Century Gothic" panose="020B0502020202020204" pitchFamily="34" charset="0"/>
              </a:defRPr>
            </a:lvl1pPr>
          </a:lstStyle>
          <a:p>
            <a:pPr>
              <a:defRPr/>
            </a:pPr>
            <a:fld id="{62BE4880-5BD1-45E0-A18E-93C6F72A4D6B}" type="slidenum">
              <a:rPr lang="en-US" altLang="en-US"/>
              <a:pPr>
                <a:defRPr/>
              </a:pPr>
              <a:t>‹#›</a:t>
            </a:fld>
            <a:endParaRPr lang="en-US" altLang="en-US" dirty="0"/>
          </a:p>
        </p:txBody>
      </p:sp>
      <p:sp>
        <p:nvSpPr>
          <p:cNvPr id="1030" name="Text Placeholder 12">
            <a:extLst>
              <a:ext uri="{FF2B5EF4-FFF2-40B4-BE49-F238E27FC236}">
                <a16:creationId xmlns:a16="http://schemas.microsoft.com/office/drawing/2014/main" id="{8533966B-93B7-8862-7FBB-F0D5ED204DAE}"/>
              </a:ext>
            </a:extLst>
          </p:cNvPr>
          <p:cNvSpPr>
            <a:spLocks noGrp="1" noChangeArrowheads="1"/>
          </p:cNvSpPr>
          <p:nvPr>
            <p:ph type="body" idx="1"/>
          </p:nvPr>
        </p:nvSpPr>
        <p:spPr bwMode="auto">
          <a:xfrm>
            <a:off x="914400" y="1447800"/>
            <a:ext cx="7772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31" name="Title Placeholder 21">
            <a:extLst>
              <a:ext uri="{FF2B5EF4-FFF2-40B4-BE49-F238E27FC236}">
                <a16:creationId xmlns:a16="http://schemas.microsoft.com/office/drawing/2014/main" id="{1DCB2176-ED95-1D82-A788-680D435B13E0}"/>
              </a:ext>
            </a:extLst>
          </p:cNvPr>
          <p:cNvSpPr>
            <a:spLocks noGrp="1" noChangeArrowheads="1"/>
          </p:cNvSpPr>
          <p:nvPr>
            <p:ph type="title"/>
          </p:nvPr>
        </p:nvSpPr>
        <p:spPr bwMode="auto">
          <a:xfrm>
            <a:off x="914400" y="274638"/>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91440" numCol="1" anchor="b" anchorCtr="0" compatLnSpc="1">
            <a:prstTxWarp prst="textNoShape">
              <a:avLst/>
            </a:prstTxWarp>
          </a:bodyPr>
          <a:lstStyle/>
          <a:p>
            <a:pPr lvl="0"/>
            <a:r>
              <a:rPr lang="en-US" altLang="en-US"/>
              <a:t>Click to edit Master title style</a:t>
            </a:r>
          </a:p>
        </p:txBody>
      </p:sp>
    </p:spTree>
    <p:extLst>
      <p:ext uri="{BB962C8B-B14F-4D97-AF65-F5344CB8AC3E}">
        <p14:creationId xmlns:p14="http://schemas.microsoft.com/office/powerpoint/2010/main" val="251024437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spd="med">
    <p:fade/>
  </p:transition>
  <p:hf sldNum="0" hdr="0" ftr="0"/>
  <p:txStyles>
    <p:titleStyle>
      <a:lvl1pPr algn="l" rtl="0" eaLnBrk="0" fontAlgn="base" hangingPunct="0">
        <a:spcBef>
          <a:spcPct val="0"/>
        </a:spcBef>
        <a:spcAft>
          <a:spcPct val="0"/>
        </a:spcAft>
        <a:defRPr sz="3000" kern="1200">
          <a:solidFill>
            <a:schemeClr val="tx2"/>
          </a:solidFill>
          <a:latin typeface="+mj-lt"/>
          <a:ea typeface="+mj-ea"/>
          <a:cs typeface="+mj-cs"/>
        </a:defRPr>
      </a:lvl1pPr>
      <a:lvl2pPr algn="l" rtl="0" eaLnBrk="0" fontAlgn="base" hangingPunct="0">
        <a:spcBef>
          <a:spcPct val="0"/>
        </a:spcBef>
        <a:spcAft>
          <a:spcPct val="0"/>
        </a:spcAft>
        <a:defRPr sz="3000">
          <a:solidFill>
            <a:schemeClr val="tx2"/>
          </a:solidFill>
          <a:latin typeface="Century Gothic" panose="020B0502020202020204" pitchFamily="34" charset="0"/>
        </a:defRPr>
      </a:lvl2pPr>
      <a:lvl3pPr algn="l" rtl="0" eaLnBrk="0" fontAlgn="base" hangingPunct="0">
        <a:spcBef>
          <a:spcPct val="0"/>
        </a:spcBef>
        <a:spcAft>
          <a:spcPct val="0"/>
        </a:spcAft>
        <a:defRPr sz="3000">
          <a:solidFill>
            <a:schemeClr val="tx2"/>
          </a:solidFill>
          <a:latin typeface="Century Gothic" panose="020B0502020202020204" pitchFamily="34" charset="0"/>
        </a:defRPr>
      </a:lvl3pPr>
      <a:lvl4pPr algn="l" rtl="0" eaLnBrk="0" fontAlgn="base" hangingPunct="0">
        <a:spcBef>
          <a:spcPct val="0"/>
        </a:spcBef>
        <a:spcAft>
          <a:spcPct val="0"/>
        </a:spcAft>
        <a:defRPr sz="3000">
          <a:solidFill>
            <a:schemeClr val="tx2"/>
          </a:solidFill>
          <a:latin typeface="Century Gothic" panose="020B0502020202020204" pitchFamily="34" charset="0"/>
        </a:defRPr>
      </a:lvl4pPr>
      <a:lvl5pPr algn="l" rtl="0" eaLnBrk="0" fontAlgn="base" hangingPunct="0">
        <a:spcBef>
          <a:spcPct val="0"/>
        </a:spcBef>
        <a:spcAft>
          <a:spcPct val="0"/>
        </a:spcAft>
        <a:defRPr sz="3000">
          <a:solidFill>
            <a:schemeClr val="tx2"/>
          </a:solidFill>
          <a:latin typeface="Century Gothic" panose="020B0502020202020204" pitchFamily="34" charset="0"/>
        </a:defRPr>
      </a:lvl5pPr>
      <a:lvl6pPr marL="342900" algn="l" rtl="0" fontAlgn="base">
        <a:spcBef>
          <a:spcPct val="0"/>
        </a:spcBef>
        <a:spcAft>
          <a:spcPct val="0"/>
        </a:spcAft>
        <a:defRPr sz="3000">
          <a:solidFill>
            <a:schemeClr val="tx2"/>
          </a:solidFill>
          <a:latin typeface="Century Gothic" panose="020B0502020202020204" pitchFamily="34" charset="0"/>
        </a:defRPr>
      </a:lvl6pPr>
      <a:lvl7pPr marL="685800" algn="l" rtl="0" fontAlgn="base">
        <a:spcBef>
          <a:spcPct val="0"/>
        </a:spcBef>
        <a:spcAft>
          <a:spcPct val="0"/>
        </a:spcAft>
        <a:defRPr sz="3000">
          <a:solidFill>
            <a:schemeClr val="tx2"/>
          </a:solidFill>
          <a:latin typeface="Century Gothic" panose="020B0502020202020204" pitchFamily="34" charset="0"/>
        </a:defRPr>
      </a:lvl7pPr>
      <a:lvl8pPr marL="1028700" algn="l" rtl="0" fontAlgn="base">
        <a:spcBef>
          <a:spcPct val="0"/>
        </a:spcBef>
        <a:spcAft>
          <a:spcPct val="0"/>
        </a:spcAft>
        <a:defRPr sz="3000">
          <a:solidFill>
            <a:schemeClr val="tx2"/>
          </a:solidFill>
          <a:latin typeface="Century Gothic" panose="020B0502020202020204" pitchFamily="34" charset="0"/>
        </a:defRPr>
      </a:lvl8pPr>
      <a:lvl9pPr marL="1371600" algn="l" rtl="0" fontAlgn="base">
        <a:spcBef>
          <a:spcPct val="0"/>
        </a:spcBef>
        <a:spcAft>
          <a:spcPct val="0"/>
        </a:spcAft>
        <a:defRPr sz="3000">
          <a:solidFill>
            <a:schemeClr val="tx2"/>
          </a:solidFill>
          <a:latin typeface="Century Gothic" panose="020B0502020202020204" pitchFamily="34" charset="0"/>
        </a:defRPr>
      </a:lvl9pPr>
    </p:titleStyle>
    <p:bodyStyle>
      <a:lvl1pPr marL="204788" indent="-204788" algn="l" rtl="0" eaLnBrk="0" fontAlgn="base" hangingPunct="0">
        <a:spcBef>
          <a:spcPts val="431"/>
        </a:spcBef>
        <a:spcAft>
          <a:spcPct val="0"/>
        </a:spcAft>
        <a:buClr>
          <a:schemeClr val="accent1"/>
        </a:buClr>
        <a:buSzPct val="85000"/>
        <a:buFont typeface="Wingdings 2" panose="05020102010507070707" pitchFamily="18" charset="2"/>
        <a:buChar char=""/>
        <a:defRPr sz="1950" kern="1200">
          <a:solidFill>
            <a:schemeClr val="tx1"/>
          </a:solidFill>
          <a:latin typeface="+mn-lt"/>
          <a:ea typeface="+mn-ea"/>
          <a:cs typeface="+mn-cs"/>
        </a:defRPr>
      </a:lvl1pPr>
      <a:lvl2pPr marL="410766" indent="-171450" algn="l" rtl="0" eaLnBrk="0" fontAlgn="base" hangingPunct="0">
        <a:spcBef>
          <a:spcPts val="281"/>
        </a:spcBef>
        <a:spcAft>
          <a:spcPct val="0"/>
        </a:spcAft>
        <a:buClr>
          <a:schemeClr val="accent2"/>
        </a:buClr>
        <a:buSzPct val="85000"/>
        <a:buFont typeface="Wingdings 2" panose="05020102010507070707" pitchFamily="18" charset="2"/>
        <a:buChar char=""/>
        <a:defRPr sz="1800" kern="1200">
          <a:solidFill>
            <a:schemeClr val="tx1"/>
          </a:solidFill>
          <a:latin typeface="+mn-lt"/>
          <a:ea typeface="+mn-ea"/>
          <a:cs typeface="+mn-cs"/>
        </a:defRPr>
      </a:lvl2pPr>
      <a:lvl3pPr marL="616744" indent="-171450" algn="l" rtl="0" eaLnBrk="0" fontAlgn="base" hangingPunct="0">
        <a:spcBef>
          <a:spcPts val="281"/>
        </a:spcBef>
        <a:spcAft>
          <a:spcPct val="0"/>
        </a:spcAft>
        <a:buClr>
          <a:srgbClr val="B1B8D2"/>
        </a:buClr>
        <a:buSzPct val="85000"/>
        <a:buFont typeface="Wingdings 2" panose="05020102010507070707" pitchFamily="18" charset="2"/>
        <a:buChar char=""/>
        <a:defRPr sz="1500" kern="1200">
          <a:solidFill>
            <a:schemeClr val="tx1"/>
          </a:solidFill>
          <a:latin typeface="+mn-lt"/>
          <a:ea typeface="+mn-ea"/>
          <a:cs typeface="+mn-cs"/>
        </a:defRPr>
      </a:lvl3pPr>
      <a:lvl4pPr marL="822722" indent="-171450" algn="l" rtl="0" eaLnBrk="0" fontAlgn="base" hangingPunct="0">
        <a:spcBef>
          <a:spcPts val="281"/>
        </a:spcBef>
        <a:spcAft>
          <a:spcPct val="0"/>
        </a:spcAft>
        <a:buClr>
          <a:srgbClr val="297FD5"/>
        </a:buClr>
        <a:buSzPct val="80000"/>
        <a:buFont typeface="Wingdings 2" panose="05020102010507070707" pitchFamily="18" charset="2"/>
        <a:buChar char=""/>
        <a:defRPr sz="1500" kern="1200">
          <a:solidFill>
            <a:schemeClr val="tx1"/>
          </a:solidFill>
          <a:latin typeface="+mn-lt"/>
          <a:ea typeface="+mn-ea"/>
          <a:cs typeface="+mn-cs"/>
        </a:defRPr>
      </a:lvl4pPr>
      <a:lvl5pPr marL="1028700" indent="-171450" algn="l" rtl="0" eaLnBrk="0" fontAlgn="base" hangingPunct="0">
        <a:spcBef>
          <a:spcPts val="281"/>
        </a:spcBef>
        <a:spcAft>
          <a:spcPct val="0"/>
        </a:spcAft>
        <a:buClr>
          <a:srgbClr val="297FD5"/>
        </a:buClr>
        <a:buFont typeface="Arial" panose="020B0604020202020204" pitchFamily="34" charset="0"/>
        <a:buChar char="•"/>
        <a:defRPr sz="1500" kern="1200">
          <a:solidFill>
            <a:schemeClr val="tx1"/>
          </a:solidFill>
          <a:latin typeface="+mn-lt"/>
          <a:ea typeface="+mn-ea"/>
          <a:cs typeface="+mn-cs"/>
        </a:defRPr>
      </a:lvl5pPr>
      <a:lvl6pPr marL="1234440" indent="-171450" algn="l" rtl="0" eaLnBrk="1" latinLnBrk="0" hangingPunct="1">
        <a:spcBef>
          <a:spcPts val="278"/>
        </a:spcBef>
        <a:buClr>
          <a:schemeClr val="accent3"/>
        </a:buClr>
        <a:buChar char="•"/>
        <a:defRPr kumimoji="0" sz="1350" kern="1200" baseline="0">
          <a:solidFill>
            <a:schemeClr val="tx1"/>
          </a:solidFill>
          <a:latin typeface="+mn-lt"/>
          <a:ea typeface="+mn-ea"/>
          <a:cs typeface="+mn-cs"/>
        </a:defRPr>
      </a:lvl6pPr>
      <a:lvl7pPr marL="1440180" indent="-171450" algn="l" rtl="0" eaLnBrk="1" latinLnBrk="0" hangingPunct="1">
        <a:spcBef>
          <a:spcPts val="278"/>
        </a:spcBef>
        <a:buClr>
          <a:schemeClr val="accent2"/>
        </a:buClr>
        <a:buChar char="•"/>
        <a:defRPr kumimoji="0" sz="1350" kern="1200">
          <a:solidFill>
            <a:schemeClr val="tx1"/>
          </a:solidFill>
          <a:latin typeface="+mn-lt"/>
          <a:ea typeface="+mn-ea"/>
          <a:cs typeface="+mn-cs"/>
        </a:defRPr>
      </a:lvl7pPr>
      <a:lvl8pPr marL="1645920" indent="-171450" algn="l" rtl="0" eaLnBrk="1" latinLnBrk="0" hangingPunct="1">
        <a:spcBef>
          <a:spcPts val="278"/>
        </a:spcBef>
        <a:buClr>
          <a:schemeClr val="accent1">
            <a:tint val="60000"/>
          </a:schemeClr>
        </a:buClr>
        <a:buChar char="•"/>
        <a:defRPr kumimoji="0" sz="1350" kern="1200">
          <a:solidFill>
            <a:schemeClr val="tx1"/>
          </a:solidFill>
          <a:latin typeface="+mn-lt"/>
          <a:ea typeface="+mn-ea"/>
          <a:cs typeface="+mn-cs"/>
        </a:defRPr>
      </a:lvl8pPr>
      <a:lvl9pPr marL="1851660" indent="-171450" algn="l" rtl="0" eaLnBrk="1" latinLnBrk="0" hangingPunct="1">
        <a:spcBef>
          <a:spcPts val="278"/>
        </a:spcBef>
        <a:buClr>
          <a:schemeClr val="accent2">
            <a:tint val="60000"/>
          </a:schemeClr>
        </a:buClr>
        <a:buChar char="•"/>
        <a:defRPr kumimoji="0" sz="135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342900" algn="l" rtl="0" eaLnBrk="1" latinLnBrk="0" hangingPunct="1">
        <a:defRPr kumimoji="0" kern="1200">
          <a:solidFill>
            <a:schemeClr val="tx1"/>
          </a:solidFill>
          <a:latin typeface="+mn-lt"/>
          <a:ea typeface="+mn-ea"/>
          <a:cs typeface="+mn-cs"/>
        </a:defRPr>
      </a:lvl2pPr>
      <a:lvl3pPr marL="685800" algn="l" rtl="0" eaLnBrk="1" latinLnBrk="0" hangingPunct="1">
        <a:defRPr kumimoji="0" kern="1200">
          <a:solidFill>
            <a:schemeClr val="tx1"/>
          </a:solidFill>
          <a:latin typeface="+mn-lt"/>
          <a:ea typeface="+mn-ea"/>
          <a:cs typeface="+mn-cs"/>
        </a:defRPr>
      </a:lvl3pPr>
      <a:lvl4pPr marL="1028700" algn="l" rtl="0" eaLnBrk="1" latinLnBrk="0" hangingPunct="1">
        <a:defRPr kumimoji="0" kern="1200">
          <a:solidFill>
            <a:schemeClr val="tx1"/>
          </a:solidFill>
          <a:latin typeface="+mn-lt"/>
          <a:ea typeface="+mn-ea"/>
          <a:cs typeface="+mn-cs"/>
        </a:defRPr>
      </a:lvl4pPr>
      <a:lvl5pPr marL="1371600" algn="l" rtl="0" eaLnBrk="1" latinLnBrk="0" hangingPunct="1">
        <a:defRPr kumimoji="0" kern="1200">
          <a:solidFill>
            <a:schemeClr val="tx1"/>
          </a:solidFill>
          <a:latin typeface="+mn-lt"/>
          <a:ea typeface="+mn-ea"/>
          <a:cs typeface="+mn-cs"/>
        </a:defRPr>
      </a:lvl5pPr>
      <a:lvl6pPr marL="1714500" algn="l" rtl="0" eaLnBrk="1" latinLnBrk="0" hangingPunct="1">
        <a:defRPr kumimoji="0" kern="1200">
          <a:solidFill>
            <a:schemeClr val="tx1"/>
          </a:solidFill>
          <a:latin typeface="+mn-lt"/>
          <a:ea typeface="+mn-ea"/>
          <a:cs typeface="+mn-cs"/>
        </a:defRPr>
      </a:lvl6pPr>
      <a:lvl7pPr marL="2057400" algn="l" rtl="0" eaLnBrk="1" latinLnBrk="0" hangingPunct="1">
        <a:defRPr kumimoji="0" kern="1200">
          <a:solidFill>
            <a:schemeClr val="tx1"/>
          </a:solidFill>
          <a:latin typeface="+mn-lt"/>
          <a:ea typeface="+mn-ea"/>
          <a:cs typeface="+mn-cs"/>
        </a:defRPr>
      </a:lvl7pPr>
      <a:lvl8pPr marL="2400300" algn="l" rtl="0" eaLnBrk="1" latinLnBrk="0" hangingPunct="1">
        <a:defRPr kumimoji="0" kern="1200">
          <a:solidFill>
            <a:schemeClr val="tx1"/>
          </a:solidFill>
          <a:latin typeface="+mn-lt"/>
          <a:ea typeface="+mn-ea"/>
          <a:cs typeface="+mn-cs"/>
        </a:defRPr>
      </a:lvl8pPr>
      <a:lvl9pPr marL="27432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hyperlink" Target="https://en.wikipedia.org/wiki/Google_Brain" TargetMode="External"/><Relationship Id="rId3" Type="http://schemas.openxmlformats.org/officeDocument/2006/relationships/hyperlink" Target="https://en.wikipedia.org/wiki/Open-source_software" TargetMode="External"/><Relationship Id="rId7" Type="http://schemas.openxmlformats.org/officeDocument/2006/relationships/hyperlink" Target="https://en.wikipedia.org/wiki/Google" TargetMode="External"/><Relationship Id="rId2" Type="http://schemas.openxmlformats.org/officeDocument/2006/relationships/hyperlink" Target="https://en.wikipedia.org/wiki/Free_software" TargetMode="External"/><Relationship Id="rId1" Type="http://schemas.openxmlformats.org/officeDocument/2006/relationships/slideLayout" Target="../slideLayouts/slideLayout2.xml"/><Relationship Id="rId6" Type="http://schemas.openxmlformats.org/officeDocument/2006/relationships/hyperlink" Target="https://en.wikipedia.org/wiki/Neural_networks" TargetMode="External"/><Relationship Id="rId5" Type="http://schemas.openxmlformats.org/officeDocument/2006/relationships/hyperlink" Target="https://en.wikipedia.org/wiki/Machine_learning" TargetMode="External"/><Relationship Id="rId10" Type="http://schemas.openxmlformats.org/officeDocument/2006/relationships/hyperlink" Target="https://en.wikipedia.org/wiki/Open-source_license" TargetMode="External"/><Relationship Id="rId4" Type="http://schemas.openxmlformats.org/officeDocument/2006/relationships/hyperlink" Target="https://en.wikipedia.org/wiki/Library_(computing)" TargetMode="External"/><Relationship Id="rId9" Type="http://schemas.openxmlformats.org/officeDocument/2006/relationships/hyperlink" Target="https://en.wikipedia.org/wiki/Apache_License"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jupyter.org/" TargetMode="External"/><Relationship Id="rId2" Type="http://schemas.openxmlformats.org/officeDocument/2006/relationships/hyperlink" Target="http://ipython.org/" TargetMode="External"/><Relationship Id="rId1" Type="http://schemas.openxmlformats.org/officeDocument/2006/relationships/slideLayout" Target="../slideLayouts/slideLayout2.xml"/><Relationship Id="rId5" Type="http://schemas.openxmlformats.org/officeDocument/2006/relationships/hyperlink" Target="https://matplotlib.org/gallery/index.html" TargetMode="External"/><Relationship Id="rId4" Type="http://schemas.openxmlformats.org/officeDocument/2006/relationships/hyperlink" Target="https://matplotlib.org/tutorials/introductory/sample_plots.html"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owasp.org/"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www.tensorflow.org/" TargetMode="External"/><Relationship Id="rId2" Type="http://schemas.openxmlformats.org/officeDocument/2006/relationships/hyperlink" Target="https://www.python.org/" TargetMode="External"/><Relationship Id="rId1" Type="http://schemas.openxmlformats.org/officeDocument/2006/relationships/slideLayout" Target="../slideLayouts/slideLayout2.xml"/><Relationship Id="rId5" Type="http://schemas.openxmlformats.org/officeDocument/2006/relationships/hyperlink" Target="https://www.geeksforgeeks.org/sdlc-models-types-phases-use" TargetMode="External"/><Relationship Id="rId4" Type="http://schemas.openxmlformats.org/officeDocument/2006/relationships/hyperlink" Target="https://scikit-learn.org/stable/"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FA6127FE-7442-96F1-098A-D6BA1D9CB48B}"/>
              </a:ext>
            </a:extLst>
          </p:cNvPr>
          <p:cNvSpPr>
            <a:spLocks noGrp="1"/>
          </p:cNvSpPr>
          <p:nvPr>
            <p:ph type="subTitle" idx="1"/>
          </p:nvPr>
        </p:nvSpPr>
        <p:spPr>
          <a:xfrm>
            <a:off x="430777" y="2869362"/>
            <a:ext cx="8345370" cy="3073160"/>
          </a:xfrm>
        </p:spPr>
        <p:txBody>
          <a:bodyPr>
            <a:normAutofit fontScale="25000" lnSpcReduction="20000"/>
          </a:bodyPr>
          <a:lstStyle/>
          <a:p>
            <a:pPr eaLnBrk="1" fontAlgn="auto" hangingPunct="1">
              <a:lnSpc>
                <a:spcPct val="120000"/>
              </a:lnSpc>
              <a:spcBef>
                <a:spcPts val="435"/>
              </a:spcBef>
              <a:spcAft>
                <a:spcPts val="0"/>
              </a:spcAft>
              <a:defRPr/>
            </a:pPr>
            <a:endParaRPr lang="en-US" sz="3225" b="1" dirty="0">
              <a:solidFill>
                <a:schemeClr val="accent5">
                  <a:lumMod val="50000"/>
                </a:schemeClr>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eaLnBrk="1" fontAlgn="auto" hangingPunct="1">
              <a:lnSpc>
                <a:spcPct val="120000"/>
              </a:lnSpc>
              <a:spcBef>
                <a:spcPts val="435"/>
              </a:spcBef>
              <a:spcAft>
                <a:spcPts val="0"/>
              </a:spcAft>
              <a:defRPr/>
            </a:pPr>
            <a:r>
              <a:rPr lang="en-US" sz="6000" b="1" dirty="0">
                <a:solidFill>
                  <a:srgbClr val="00B050"/>
                </a:solidFill>
                <a:latin typeface="Times New Roman" panose="02020603050405020304" pitchFamily="18" charset="0"/>
                <a:ea typeface="Microsoft Sans Serif" panose="020B0604020202020204" pitchFamily="34" charset="0"/>
                <a:cs typeface="Times New Roman" panose="02020603050405020304" pitchFamily="18" charset="0"/>
              </a:rPr>
              <a:t>Presented by:</a:t>
            </a:r>
          </a:p>
          <a:p>
            <a:pPr eaLnBrk="1" fontAlgn="auto" hangingPunct="1">
              <a:lnSpc>
                <a:spcPct val="120000"/>
              </a:lnSpc>
              <a:spcBef>
                <a:spcPts val="435"/>
              </a:spcBef>
              <a:spcAft>
                <a:spcPts val="0"/>
              </a:spcAft>
              <a:defRPr/>
            </a:pPr>
            <a:r>
              <a:rPr lang="en-US" sz="7350" b="1" dirty="0">
                <a:solidFill>
                  <a:schemeClr val="tx1">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K.HEMANTH</a:t>
            </a:r>
          </a:p>
          <a:p>
            <a:pPr eaLnBrk="1" fontAlgn="auto" hangingPunct="1">
              <a:lnSpc>
                <a:spcPct val="120000"/>
              </a:lnSpc>
              <a:spcBef>
                <a:spcPts val="435"/>
              </a:spcBef>
              <a:spcAft>
                <a:spcPts val="0"/>
              </a:spcAft>
              <a:defRPr/>
            </a:pPr>
            <a:r>
              <a:rPr lang="en-US" sz="7350" b="1" dirty="0">
                <a:solidFill>
                  <a:schemeClr val="tx1">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(23491F0011)</a:t>
            </a:r>
          </a:p>
          <a:p>
            <a:pPr eaLnBrk="1" fontAlgn="auto" hangingPunct="1">
              <a:lnSpc>
                <a:spcPct val="120000"/>
              </a:lnSpc>
              <a:spcBef>
                <a:spcPts val="435"/>
              </a:spcBef>
              <a:spcAft>
                <a:spcPts val="0"/>
              </a:spcAft>
              <a:defRPr/>
            </a:pPr>
            <a:endParaRPr lang="en-US" sz="3225" b="1" dirty="0">
              <a:solidFill>
                <a:schemeClr val="tx1">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endParaRPr>
          </a:p>
          <a:p>
            <a:pPr eaLnBrk="1" fontAlgn="auto" hangingPunct="1">
              <a:lnSpc>
                <a:spcPct val="120000"/>
              </a:lnSpc>
              <a:spcBef>
                <a:spcPts val="435"/>
              </a:spcBef>
              <a:spcAft>
                <a:spcPts val="0"/>
              </a:spcAft>
              <a:defRPr/>
            </a:pPr>
            <a:endParaRPr lang="en-US" sz="3225" b="1" dirty="0">
              <a:solidFill>
                <a:schemeClr val="tx1">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endParaRPr>
          </a:p>
          <a:p>
            <a:pPr algn="r" eaLnBrk="1" fontAlgn="auto" hangingPunct="1">
              <a:lnSpc>
                <a:spcPct val="120000"/>
              </a:lnSpc>
              <a:spcBef>
                <a:spcPts val="435"/>
              </a:spcBef>
              <a:spcAft>
                <a:spcPts val="0"/>
              </a:spcAft>
              <a:defRPr/>
            </a:pPr>
            <a:r>
              <a:rPr lang="en-US" sz="3225" b="1" i="1" dirty="0">
                <a:solidFill>
                  <a:srgbClr val="00B050"/>
                </a:solidFill>
                <a:latin typeface="Times New Roman" panose="02020603050405020304" pitchFamily="18" charset="0"/>
                <a:ea typeface="Microsoft Sans Serif" panose="020B0604020202020204" pitchFamily="34" charset="0"/>
                <a:cs typeface="Times New Roman" panose="02020603050405020304" pitchFamily="18" charset="0"/>
              </a:rPr>
              <a:t>	</a:t>
            </a:r>
            <a:r>
              <a:rPr lang="en-US" sz="6000" b="1" i="1" dirty="0">
                <a:solidFill>
                  <a:srgbClr val="00B050"/>
                </a:solidFill>
                <a:latin typeface="Times New Roman" panose="02020603050405020304" pitchFamily="18" charset="0"/>
                <a:ea typeface="Microsoft Sans Serif" panose="020B0604020202020204" pitchFamily="34" charset="0"/>
                <a:cs typeface="Times New Roman" panose="02020603050405020304" pitchFamily="18" charset="0"/>
              </a:rPr>
              <a:t>Under the Guidance of                                          </a:t>
            </a:r>
            <a:endParaRPr lang="en-US" sz="24000" b="1" i="1" dirty="0">
              <a:solidFill>
                <a:srgbClr val="00B050"/>
              </a:solidFill>
              <a:latin typeface="Times New Roman" panose="02020603050405020304" pitchFamily="18" charset="0"/>
              <a:ea typeface="Microsoft Sans Serif" panose="020B0604020202020204" pitchFamily="34" charset="0"/>
              <a:cs typeface="Times New Roman" panose="02020603050405020304" pitchFamily="18" charset="0"/>
            </a:endParaRPr>
          </a:p>
          <a:p>
            <a:pPr algn="r" eaLnBrk="1" fontAlgn="auto" hangingPunct="1">
              <a:lnSpc>
                <a:spcPct val="120000"/>
              </a:lnSpc>
              <a:spcBef>
                <a:spcPts val="435"/>
              </a:spcBef>
              <a:spcAft>
                <a:spcPts val="0"/>
              </a:spcAft>
              <a:defRPr/>
            </a:pPr>
            <a:r>
              <a:rPr lang="en-US" sz="8400" b="1" kern="100" dirty="0" err="1">
                <a:solidFill>
                  <a:srgbClr val="006CC0"/>
                </a:solidFill>
                <a:latin typeface="Calibri" panose="020F0502020204030204" pitchFamily="34" charset="0"/>
                <a:ea typeface="Calibri" panose="020F0502020204030204" pitchFamily="34" charset="0"/>
              </a:rPr>
              <a:t>Amarnathreddy</a:t>
            </a:r>
            <a:r>
              <a:rPr lang="en-US" sz="8400" b="1" kern="100" dirty="0">
                <a:solidFill>
                  <a:srgbClr val="006CC0"/>
                </a:solidFill>
                <a:latin typeface="Calibri" panose="020F0502020204030204" pitchFamily="34" charset="0"/>
                <a:ea typeface="Calibri" panose="020F0502020204030204" pitchFamily="34" charset="0"/>
              </a:rPr>
              <a:t> </a:t>
            </a:r>
            <a:r>
              <a:rPr lang="en-US" sz="8400" b="1" kern="100" baseline="-25000" dirty="0" err="1">
                <a:solidFill>
                  <a:srgbClr val="006CC0"/>
                </a:solidFill>
                <a:latin typeface="Calibri" panose="020F0502020204030204" pitchFamily="34" charset="0"/>
                <a:ea typeface="Calibri" panose="020F0502020204030204" pitchFamily="34" charset="0"/>
              </a:rPr>
              <a:t>M.Tech</a:t>
            </a:r>
            <a:r>
              <a:rPr lang="en-US" sz="8400" b="1" kern="100" baseline="-25000" dirty="0">
                <a:solidFill>
                  <a:srgbClr val="006CC0"/>
                </a:solidFill>
                <a:latin typeface="Calibri" panose="020F0502020204030204" pitchFamily="34" charset="0"/>
                <a:ea typeface="Calibri" panose="020F0502020204030204" pitchFamily="34" charset="0"/>
              </a:rPr>
              <a:t>.,</a:t>
            </a:r>
            <a:endParaRPr lang="en-US" sz="8400" kern="100" dirty="0">
              <a:solidFill>
                <a:srgbClr val="000000"/>
              </a:solidFill>
              <a:latin typeface="Calibri" panose="020F0502020204030204" pitchFamily="34" charset="0"/>
              <a:ea typeface="Calibri" panose="020F0502020204030204" pitchFamily="34" charset="0"/>
            </a:endParaRPr>
          </a:p>
          <a:p>
            <a:pPr algn="r" eaLnBrk="1" fontAlgn="auto" hangingPunct="1">
              <a:lnSpc>
                <a:spcPct val="120000"/>
              </a:lnSpc>
              <a:spcBef>
                <a:spcPts val="435"/>
              </a:spcBef>
              <a:spcAft>
                <a:spcPts val="0"/>
              </a:spcAft>
              <a:defRPr/>
            </a:pPr>
            <a:endParaRPr lang="en-US" sz="4200" b="1" i="1" dirty="0">
              <a:solidFill>
                <a:srgbClr val="002060"/>
              </a:solidFill>
              <a:latin typeface="Times New Roman" panose="02020603050405020304" pitchFamily="18" charset="0"/>
              <a:ea typeface="Microsoft Sans Serif" panose="020B0604020202020204" pitchFamily="34" charset="0"/>
              <a:cs typeface="Times New Roman" panose="02020603050405020304" pitchFamily="18" charset="0"/>
            </a:endParaRPr>
          </a:p>
          <a:p>
            <a:pPr algn="r" eaLnBrk="1" fontAlgn="auto" hangingPunct="1">
              <a:lnSpc>
                <a:spcPct val="120000"/>
              </a:lnSpc>
              <a:spcBef>
                <a:spcPts val="435"/>
              </a:spcBef>
              <a:spcAft>
                <a:spcPts val="0"/>
              </a:spcAft>
              <a:defRPr/>
            </a:pPr>
            <a:r>
              <a:rPr lang="en-US" sz="4200" b="1" i="1" dirty="0">
                <a:solidFill>
                  <a:srgbClr val="002060"/>
                </a:solidFill>
                <a:latin typeface="Times New Roman" panose="02020603050405020304" pitchFamily="18" charset="0"/>
                <a:ea typeface="Microsoft Sans Serif" panose="020B0604020202020204" pitchFamily="34" charset="0"/>
                <a:cs typeface="Times New Roman" panose="02020603050405020304" pitchFamily="18" charset="0"/>
              </a:rPr>
              <a:t>‘Assistant professor</a:t>
            </a:r>
          </a:p>
          <a:p>
            <a:pPr algn="r" eaLnBrk="1" fontAlgn="auto" hangingPunct="1">
              <a:lnSpc>
                <a:spcPct val="120000"/>
              </a:lnSpc>
              <a:spcBef>
                <a:spcPts val="435"/>
              </a:spcBef>
              <a:spcAft>
                <a:spcPts val="0"/>
              </a:spcAft>
              <a:defRPr/>
            </a:pPr>
            <a:r>
              <a:rPr lang="en-US" sz="4200" b="1" dirty="0">
                <a:latin typeface="Times New Roman" panose="02020603050405020304" pitchFamily="18" charset="0"/>
                <a:ea typeface="Microsoft Sans Serif" panose="020B0604020202020204" pitchFamily="34" charset="0"/>
                <a:cs typeface="Times New Roman" panose="02020603050405020304" pitchFamily="18" charset="0"/>
              </a:rPr>
              <a:t>			Department of master of computer application	</a:t>
            </a:r>
          </a:p>
          <a:p>
            <a:pPr algn="r" eaLnBrk="1" fontAlgn="auto" hangingPunct="1">
              <a:lnSpc>
                <a:spcPct val="120000"/>
              </a:lnSpc>
              <a:spcBef>
                <a:spcPts val="435"/>
              </a:spcBef>
              <a:spcAft>
                <a:spcPts val="0"/>
              </a:spcAft>
              <a:defRPr/>
            </a:pPr>
            <a:endParaRPr lang="en-US" sz="3225" dirty="0">
              <a:latin typeface="Microsoft Sans Serif" panose="020B0604020202020204" pitchFamily="34" charset="0"/>
              <a:ea typeface="Microsoft Sans Serif" panose="020B0604020202020204" pitchFamily="34" charset="0"/>
              <a:cs typeface="Microsoft Sans Serif" panose="020B0604020202020204" pitchFamily="34" charset="0"/>
            </a:endParaRPr>
          </a:p>
          <a:p>
            <a:pPr eaLnBrk="1" fontAlgn="auto" hangingPunct="1">
              <a:spcBef>
                <a:spcPts val="435"/>
              </a:spcBef>
              <a:spcAft>
                <a:spcPts val="0"/>
              </a:spcAft>
              <a:defRPr/>
            </a:pPr>
            <a:endParaRPr lang="en-US" sz="3225" dirty="0"/>
          </a:p>
          <a:p>
            <a:pPr algn="r" eaLnBrk="1" fontAlgn="auto" hangingPunct="1">
              <a:lnSpc>
                <a:spcPct val="120000"/>
              </a:lnSpc>
              <a:spcBef>
                <a:spcPts val="435"/>
              </a:spcBef>
              <a:spcAft>
                <a:spcPts val="0"/>
              </a:spcAft>
              <a:defRPr/>
            </a:pPr>
            <a:endParaRPr lang="en-US" dirty="0"/>
          </a:p>
        </p:txBody>
      </p:sp>
      <p:sp>
        <p:nvSpPr>
          <p:cNvPr id="9219" name="Title 1">
            <a:extLst>
              <a:ext uri="{FF2B5EF4-FFF2-40B4-BE49-F238E27FC236}">
                <a16:creationId xmlns:a16="http://schemas.microsoft.com/office/drawing/2014/main" id="{B6F03E39-DAE3-F796-8ED5-91CF092B4229}"/>
              </a:ext>
            </a:extLst>
          </p:cNvPr>
          <p:cNvSpPr>
            <a:spLocks noGrp="1" noChangeArrowheads="1"/>
          </p:cNvSpPr>
          <p:nvPr>
            <p:ph type="ctrTitle"/>
          </p:nvPr>
        </p:nvSpPr>
        <p:spPr>
          <a:xfrm>
            <a:off x="0" y="3147332"/>
            <a:ext cx="8926116" cy="97014"/>
          </a:xfrm>
        </p:spPr>
        <p:txBody>
          <a:bodyPr/>
          <a:lstStyle/>
          <a:p>
            <a:pPr eaLnBrk="1" hangingPunct="1"/>
            <a:r>
              <a:rPr lang="en-US" sz="1350" b="1" dirty="0">
                <a:solidFill>
                  <a:srgbClr val="000000"/>
                </a:solidFill>
                <a:latin typeface="Times New Roman" panose="02020603050405020304" pitchFamily="18" charset="0"/>
                <a:ea typeface="Times New Roman" panose="02020603050405020304" pitchFamily="18" charset="0"/>
                <a:cs typeface="SimSun" panose="02010600030101010101" pitchFamily="2" charset="-122"/>
              </a:rPr>
              <a:t> </a:t>
            </a:r>
            <a:r>
              <a:rPr lang="en-US" b="1" dirty="0">
                <a:solidFill>
                  <a:srgbClr val="FFFF00"/>
                </a:solidFill>
              </a:rPr>
              <a:t>Web Security Threat Detection</a:t>
            </a:r>
            <a:br>
              <a:rPr lang="en-US" dirty="0">
                <a:solidFill>
                  <a:srgbClr val="FFFF00"/>
                </a:solidFill>
              </a:rPr>
            </a:br>
            <a:br>
              <a:rPr lang="en-US" sz="1350" dirty="0">
                <a:highlight>
                  <a:srgbClr val="FF0000"/>
                </a:highlight>
                <a:latin typeface="Calibri" panose="020F0502020204030204" pitchFamily="34" charset="0"/>
                <a:ea typeface="SimSun" panose="02010600030101010101" pitchFamily="2" charset="-122"/>
                <a:cs typeface="SimSun" panose="02010600030101010101" pitchFamily="2" charset="-122"/>
              </a:rPr>
            </a:br>
            <a:br>
              <a:rPr lang="en-US" sz="3600" kern="100" dirty="0">
                <a:latin typeface="Calibri" panose="020F0502020204030204" pitchFamily="34" charset="0"/>
                <a:ea typeface="Calibri" panose="020F0502020204030204" pitchFamily="34" charset="0"/>
                <a:cs typeface="Times New Roman" panose="02020603050405020304" pitchFamily="18" charset="0"/>
              </a:rPr>
            </a:br>
            <a:endParaRPr altLang="en-US" sz="3600" b="1" dirty="0">
              <a:latin typeface="Times New Roman" panose="02020603050405020304" pitchFamily="18" charset="0"/>
              <a:ea typeface="Microsoft Sans Serif" panose="020B0604020202020204" pitchFamily="34" charset="0"/>
              <a:cs typeface="Times New Roman" panose="02020603050405020304" pitchFamily="18" charset="0"/>
            </a:endParaRP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latin typeface="Times New Roman" pitchFamily="18" charset="0"/>
                <a:cs typeface="Times New Roman" pitchFamily="18" charset="0"/>
              </a:rPr>
              <a:t>ABSTRACT</a:t>
            </a: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449826" y="1752600"/>
            <a:ext cx="8229600" cy="3581400"/>
          </a:xfrm>
        </p:spPr>
        <p:txBody>
          <a:bodyPr>
            <a:normAutofit/>
          </a:bodyPr>
          <a:lstStyle/>
          <a:p>
            <a:pPr algn="just"/>
            <a:r>
              <a:rPr lang="en-US" sz="1600" dirty="0">
                <a:latin typeface="Times New Roman" pitchFamily="18" charset="0"/>
                <a:cs typeface="Times New Roman" pitchFamily="18" charset="0"/>
              </a:rPr>
              <a:t>Web applications play a crucial role in modern society, offering a wide range of services from e-commerce to social networking. However, they are also a common target for </a:t>
            </a:r>
            <a:r>
              <a:rPr lang="en-US" sz="1600" dirty="0" err="1">
                <a:latin typeface="Times New Roman" pitchFamily="18" charset="0"/>
                <a:cs typeface="Times New Roman" pitchFamily="18" charset="0"/>
              </a:rPr>
              <a:t>cyberattacks</a:t>
            </a:r>
            <a:r>
              <a:rPr lang="en-US" sz="1600" dirty="0">
                <a:latin typeface="Times New Roman" pitchFamily="18" charset="0"/>
                <a:cs typeface="Times New Roman" pitchFamily="18" charset="0"/>
              </a:rPr>
              <a:t> due to their complexity and the vast amount of sensitive information they handle. Web vulnerabilities, such as SQL injection, cross-site scripting (XSS), and cross-site request forgery (CSRF), pose significant threats to the security of web applications and their </a:t>
            </a:r>
            <a:r>
              <a:rPr lang="en-US" sz="1600" dirty="0" err="1">
                <a:latin typeface="Times New Roman" pitchFamily="18" charset="0"/>
                <a:cs typeface="Times New Roman" pitchFamily="18" charset="0"/>
              </a:rPr>
              <a:t>users.This</a:t>
            </a:r>
            <a:r>
              <a:rPr lang="en-US" sz="1600" dirty="0">
                <a:latin typeface="Times New Roman" pitchFamily="18" charset="0"/>
                <a:cs typeface="Times New Roman" pitchFamily="18" charset="0"/>
              </a:rPr>
              <a:t> paper provides an overview of common web vulnerabilities, their impact, and current approaches for mitigating them. We discuss the importance of secure coding practices, regular security audits, and the use of security tools and frameworks to protect web applications from potential attacks. Additionally, we explore emerging trends and technologies, such as machine learning and artificial intelligence, that show promise in improving web application </a:t>
            </a:r>
            <a:r>
              <a:rPr lang="en-US" sz="1600" dirty="0" err="1">
                <a:latin typeface="Times New Roman" pitchFamily="18" charset="0"/>
                <a:cs typeface="Times New Roman" pitchFamily="18" charset="0"/>
              </a:rPr>
              <a:t>security.By</a:t>
            </a:r>
            <a:r>
              <a:rPr lang="en-US" sz="1600" dirty="0">
                <a:latin typeface="Times New Roman" pitchFamily="18" charset="0"/>
                <a:cs typeface="Times New Roman" pitchFamily="18" charset="0"/>
              </a:rPr>
              <a:t> understanding the nature of web vulnerabilities and implementing appropriate security measures, developers and organizations can enhance the security posture of their web applications and protect against potential threats.</a:t>
            </a:r>
          </a:p>
          <a:p>
            <a:pPr marL="0" indent="0">
              <a:buNone/>
            </a:pP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sz="3200" b="1" dirty="0">
                <a:latin typeface="Times New Roman" pitchFamily="18" charset="0"/>
                <a:cs typeface="Times New Roman" pitchFamily="18" charset="0"/>
              </a:rPr>
            </a:br>
            <a:r>
              <a:rPr lang="en-US" sz="3100" b="1" dirty="0">
                <a:latin typeface="Times New Roman" pitchFamily="18" charset="0"/>
                <a:cs typeface="Times New Roman" pitchFamily="18" charset="0"/>
              </a:rPr>
              <a:t>INTRODUCTION </a:t>
            </a:r>
            <a:br>
              <a:rPr lang="en-US" sz="3600" dirty="0">
                <a:latin typeface="Times New Roman" pitchFamily="18" charset="0"/>
                <a:cs typeface="Times New Roman" pitchFamily="18" charset="0"/>
              </a:rPr>
            </a:br>
            <a:r>
              <a:rPr lang="en-US" sz="3200" dirty="0">
                <a:latin typeface="Times New Roman" pitchFamily="18" charset="0"/>
                <a:cs typeface="Times New Roman" pitchFamily="18" charset="0"/>
              </a:rPr>
              <a:t>	</a:t>
            </a:r>
          </a:p>
        </p:txBody>
      </p:sp>
      <p:sp>
        <p:nvSpPr>
          <p:cNvPr id="3" name="Content Placeholder 2"/>
          <p:cNvSpPr>
            <a:spLocks noGrp="1"/>
          </p:cNvSpPr>
          <p:nvPr>
            <p:ph idx="1"/>
          </p:nvPr>
        </p:nvSpPr>
        <p:spPr>
          <a:xfrm>
            <a:off x="457200" y="1600200"/>
            <a:ext cx="8229600" cy="5181599"/>
          </a:xfrm>
        </p:spPr>
        <p:txBody>
          <a:bodyPr>
            <a:normAutofit/>
          </a:bodyPr>
          <a:lstStyle/>
          <a:p>
            <a:pPr algn="just"/>
            <a:r>
              <a:rPr lang="en-US" sz="1600" dirty="0">
                <a:latin typeface="Times New Roman" pitchFamily="18" charset="0"/>
                <a:cs typeface="Times New Roman" pitchFamily="18" charset="0"/>
              </a:rPr>
              <a:t>Web applications play a crucial role in modern society, facilitating various online activities such as e-commerce, social networking, and information sharing. However, the widespread use of web applications also makes them a target for malicious actors seeking to exploit vulnerabilities for nefarious purposes. Web vulnerabilities can lead to data breaches, financial loss, and damage to an organization's </a:t>
            </a:r>
            <a:r>
              <a:rPr lang="en-US" sz="1600" dirty="0" err="1">
                <a:latin typeface="Times New Roman" pitchFamily="18" charset="0"/>
                <a:cs typeface="Times New Roman" pitchFamily="18" charset="0"/>
              </a:rPr>
              <a:t>reputation.Web</a:t>
            </a:r>
            <a:r>
              <a:rPr lang="en-US" sz="1600" dirty="0">
                <a:latin typeface="Times New Roman" pitchFamily="18" charset="0"/>
                <a:cs typeface="Times New Roman" pitchFamily="18" charset="0"/>
              </a:rPr>
              <a:t> vulnerability refers to a weakness or flaw in a web application that can be exploited by attackers to compromise the security of the application or the data it processes. These vulnerabilities can exist at various levels of the web application stack, including the web server, application server, database server, and client-side scripts</a:t>
            </a:r>
            <a:r>
              <a:rPr lang="en-US" sz="1600" dirty="0"/>
              <a:t>.</a:t>
            </a:r>
          </a:p>
          <a:p>
            <a:pPr algn="just"/>
            <a:r>
              <a:rPr lang="en-US" sz="1600" dirty="0">
                <a:latin typeface="Times New Roman" pitchFamily="18" charset="0"/>
                <a:cs typeface="Times New Roman" pitchFamily="18" charset="0"/>
              </a:rPr>
              <a:t>Common web vulnerabilities include SQL injection, cross-site scripting (XSS), cross-site request forgery (CSRF), and insecure direct object references. These vulnerabilities can be exploited to steal sensitive information, modify data, or execute malicious code on the user's </a:t>
            </a:r>
            <a:r>
              <a:rPr lang="en-US" sz="1600" dirty="0" err="1">
                <a:latin typeface="Times New Roman" pitchFamily="18" charset="0"/>
                <a:cs typeface="Times New Roman" pitchFamily="18" charset="0"/>
              </a:rPr>
              <a:t>device.In</a:t>
            </a:r>
            <a:r>
              <a:rPr lang="en-US" sz="1600" dirty="0">
                <a:latin typeface="Times New Roman" pitchFamily="18" charset="0"/>
                <a:cs typeface="Times New Roman" pitchFamily="18" charset="0"/>
              </a:rPr>
              <a:t> recent years, the number and complexity of web vulnerabilities have increased, driven by the growing sophistication of attacks and the rapid evolution of web technologies. As a result, organizations must take proactive measures to identify and mitigate web vulnerabilities to protect their assets and maintain the trust of their users.</a:t>
            </a:r>
          </a:p>
          <a:p>
            <a:pPr algn="just"/>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sz="3600" b="1" dirty="0">
                <a:latin typeface="Times New Roman" pitchFamily="18" charset="0"/>
                <a:cs typeface="Times New Roman" pitchFamily="18" charset="0"/>
              </a:rPr>
            </a:br>
            <a:r>
              <a:rPr lang="en-US" sz="3100" b="1" dirty="0">
                <a:latin typeface="Times New Roman" pitchFamily="18" charset="0"/>
                <a:cs typeface="Times New Roman" pitchFamily="18" charset="0"/>
              </a:rPr>
              <a:t>Literature Survey</a:t>
            </a:r>
            <a:br>
              <a:rPr lang="en-US" dirty="0"/>
            </a:br>
            <a:endParaRPr lang="en-US" dirty="0"/>
          </a:p>
        </p:txBody>
      </p:sp>
      <p:sp>
        <p:nvSpPr>
          <p:cNvPr id="3" name="Content Placeholder 2"/>
          <p:cNvSpPr>
            <a:spLocks noGrp="1"/>
          </p:cNvSpPr>
          <p:nvPr>
            <p:ph idx="1"/>
          </p:nvPr>
        </p:nvSpPr>
        <p:spPr>
          <a:xfrm>
            <a:off x="457200" y="1417638"/>
            <a:ext cx="8229600" cy="4983162"/>
          </a:xfrm>
        </p:spPr>
        <p:txBody>
          <a:bodyPr>
            <a:noAutofit/>
          </a:bodyPr>
          <a:lstStyle/>
          <a:p>
            <a:pPr algn="just"/>
            <a:r>
              <a:rPr lang="en-US" sz="1600" dirty="0">
                <a:latin typeface="Times New Roman" pitchFamily="18" charset="0"/>
                <a:cs typeface="Times New Roman" pitchFamily="18" charset="0"/>
              </a:rPr>
              <a:t>The literature survey on web vulnerabilities reveals a growing concern among researchers and practitioners regarding the security of web applications. Several studies have highlighted the prevalence of web vulnerabilities and their potential impact on the security and privacy of users.  </a:t>
            </a:r>
          </a:p>
          <a:p>
            <a:pPr lvl="0" algn="just"/>
            <a:r>
              <a:rPr lang="en-US" sz="1600" dirty="0">
                <a:latin typeface="Times New Roman" pitchFamily="18" charset="0"/>
                <a:cs typeface="Times New Roman" pitchFamily="18" charset="0"/>
              </a:rPr>
              <a:t>One of the most common web vulnerabilities is SQL injection, where attackers exploit vulnerabilities in web applications to execute malicious SQL queries. A study by </a:t>
            </a:r>
            <a:r>
              <a:rPr lang="en-US" sz="1600" dirty="0" err="1">
                <a:latin typeface="Times New Roman" pitchFamily="18" charset="0"/>
                <a:cs typeface="Times New Roman" pitchFamily="18" charset="0"/>
              </a:rPr>
              <a:t>Halfond</a:t>
            </a:r>
            <a:r>
              <a:rPr lang="en-US" sz="1600" dirty="0">
                <a:latin typeface="Times New Roman" pitchFamily="18" charset="0"/>
                <a:cs typeface="Times New Roman" pitchFamily="18" charset="0"/>
              </a:rPr>
              <a:t> et al. (2006) found that SQL injection was the most common vulnerability in web applications, affecting a large number of websites. </a:t>
            </a:r>
          </a:p>
          <a:p>
            <a:pPr lvl="0" algn="just"/>
            <a:r>
              <a:rPr lang="en-US" sz="1600" dirty="0">
                <a:latin typeface="Times New Roman" pitchFamily="18" charset="0"/>
                <a:cs typeface="Times New Roman" pitchFamily="18" charset="0"/>
              </a:rPr>
              <a:t>Cross-site scripting (XSS) is another prevalent web vulnerability that allows attackers to inject malicious scripts into web pages viewed by other users. According to research by Huang et al. (2014), XSS attacks are widespread and pose a significant threat to web application security.</a:t>
            </a:r>
          </a:p>
          <a:p>
            <a:pPr lvl="0" algn="just"/>
            <a:r>
              <a:rPr lang="en-US" sz="1600" dirty="0">
                <a:latin typeface="Times New Roman" pitchFamily="18" charset="0"/>
                <a:cs typeface="Times New Roman" pitchFamily="18" charset="0"/>
              </a:rPr>
              <a:t>Cross-site request forgery (CSRF) is a vulnerability that allows attackers to trick users into performing unintended actions on a website where they are authenticated. A study by Barth et al. (2008) highlighted the prevalence of CSRF vulnerabilities in web applications and the potential for attackers to exploit them.</a:t>
            </a:r>
          </a:p>
          <a:p>
            <a:pPr algn="just"/>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latin typeface="Times New Roman" pitchFamily="18" charset="0"/>
                <a:cs typeface="Times New Roman" pitchFamily="18" charset="0"/>
              </a:rPr>
              <a:t>Literature Surve</a:t>
            </a:r>
            <a:endParaRPr lang="en-US" sz="2800" dirty="0"/>
          </a:p>
        </p:txBody>
      </p:sp>
      <p:sp>
        <p:nvSpPr>
          <p:cNvPr id="3" name="Content Placeholder 2"/>
          <p:cNvSpPr>
            <a:spLocks noGrp="1"/>
          </p:cNvSpPr>
          <p:nvPr>
            <p:ph idx="1"/>
          </p:nvPr>
        </p:nvSpPr>
        <p:spPr/>
        <p:txBody>
          <a:bodyPr>
            <a:normAutofit lnSpcReduction="10000"/>
          </a:bodyPr>
          <a:lstStyle/>
          <a:p>
            <a:pPr algn="just"/>
            <a:r>
              <a:rPr lang="en-US" sz="1600" dirty="0">
                <a:latin typeface="Times New Roman" pitchFamily="18" charset="0"/>
                <a:cs typeface="Times New Roman" pitchFamily="18" charset="0"/>
              </a:rPr>
              <a:t>In response to these vulnerabilities, researchers have proposed various approaches to mitigate the risk. One approach is to use secure coding practices, such as input validation and output encoding, to prevent vulnerabilities from being introduced into web applications. Another approach is to use automated tools, such as static and dynamic analysis tools, to detect and fix vulnerabilities in existing web applications</a:t>
            </a:r>
          </a:p>
          <a:p>
            <a:pPr lvl="0" algn="just"/>
            <a:r>
              <a:rPr lang="en-US" sz="1600" dirty="0">
                <a:latin typeface="Times New Roman" pitchFamily="18" charset="0"/>
                <a:cs typeface="Times New Roman" pitchFamily="18" charset="0"/>
              </a:rPr>
              <a:t>Overall, the literature survey indicates that web vulnerabilities continue to be a significant concern for the security community. Researchers and practitioners are actively working to develop effective mitigation strategies to protect web applications from these threats.</a:t>
            </a:r>
          </a:p>
          <a:p>
            <a:pPr lvl="0" algn="just"/>
            <a:r>
              <a:rPr lang="en-US" sz="1600" dirty="0">
                <a:latin typeface="Times New Roman" pitchFamily="18" charset="0"/>
                <a:cs typeface="Times New Roman" pitchFamily="18" charset="0"/>
              </a:rPr>
              <a:t>A study done by J. Smith, R. Tan "A Comprehensive Study of Web Application Vulnerabilities" in 2020 focuses on Analysis of common web application vulnerabilities, such as SQL Injection (SQLi), Cross-Site Scripting (XSS), and Cross-Site Request Forgery (CSRF) by using the Dataset analysis of 1,000 compromised web applications; root cause identification. And found that 60% of vulnerabilities stem from SQLi and XSS.</a:t>
            </a:r>
          </a:p>
          <a:p>
            <a:pPr lvl="0" algn="just"/>
            <a:r>
              <a:rPr lang="en-US" sz="1600" dirty="0">
                <a:latin typeface="Times New Roman" pitchFamily="18" charset="0"/>
                <a:cs typeface="Times New Roman" pitchFamily="18" charset="0"/>
              </a:rPr>
              <a:t>A study done by P. Kumar, L. Wang "Machine Learning for Detection of SQL Injection Attacks" in 2021, Focuses on Utilizing supervised machine learning models to detect SQL injection attempts in web applications. With  Collected datasets of SQL injection queries and benign inputs; trained models like SVM, Decision Trees, and Neural Networks and found that Neural networks achieved the highest accuracy of 98%.</a:t>
            </a:r>
          </a:p>
          <a:p>
            <a:pPr algn="just"/>
            <a:endParaRPr lang="en-US" sz="1600" dirty="0"/>
          </a:p>
          <a:p>
            <a:pPr lvl="0" algn="just"/>
            <a:endParaRPr lang="en-US" sz="1600" dirty="0">
              <a:latin typeface="Times New Roman" pitchFamily="18" charset="0"/>
              <a:cs typeface="Times New Roman"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latin typeface="Times New Roman" pitchFamily="18" charset="0"/>
                <a:cs typeface="Times New Roman" pitchFamily="18" charset="0"/>
              </a:rPr>
              <a:t>Literature Survey</a:t>
            </a:r>
            <a:endParaRPr lang="en-US" sz="3200" dirty="0"/>
          </a:p>
        </p:txBody>
      </p:sp>
      <p:sp>
        <p:nvSpPr>
          <p:cNvPr id="3" name="Content Placeholder 2"/>
          <p:cNvSpPr>
            <a:spLocks noGrp="1"/>
          </p:cNvSpPr>
          <p:nvPr>
            <p:ph idx="1"/>
          </p:nvPr>
        </p:nvSpPr>
        <p:spPr/>
        <p:txBody>
          <a:bodyPr>
            <a:normAutofit/>
          </a:bodyPr>
          <a:lstStyle/>
          <a:p>
            <a:pPr lvl="0" algn="just"/>
            <a:r>
              <a:rPr lang="en-US" sz="1600" dirty="0">
                <a:latin typeface="Times New Roman" pitchFamily="18" charset="0"/>
                <a:cs typeface="Times New Roman" pitchFamily="18" charset="0"/>
              </a:rPr>
              <a:t>A study done by "Dynamic Analysis of Cross-Site Scripting Attacks" in 2019, focused  on  Dynamic analysis methods to detect XSS vulnerabilities in real-time by  </a:t>
            </a:r>
            <a:r>
              <a:rPr lang="en-US" sz="1600" dirty="0" err="1">
                <a:latin typeface="Times New Roman" pitchFamily="18" charset="0"/>
                <a:cs typeface="Times New Roman" pitchFamily="18" charset="0"/>
              </a:rPr>
              <a:t>Createing</a:t>
            </a:r>
            <a:r>
              <a:rPr lang="en-US" sz="1600" dirty="0">
                <a:latin typeface="Times New Roman" pitchFamily="18" charset="0"/>
                <a:cs typeface="Times New Roman" pitchFamily="18" charset="0"/>
              </a:rPr>
              <a:t> a browser extension that simulates attack payloads on user inputs and Detected 90% of XSS vulnerabilities. Reduced false positives compared to static analysis methods.</a:t>
            </a:r>
          </a:p>
          <a:p>
            <a:pPr lvl="0" algn="just"/>
            <a:r>
              <a:rPr lang="en-US" sz="1600" dirty="0">
                <a:latin typeface="Times New Roman" pitchFamily="18" charset="0"/>
                <a:cs typeface="Times New Roman" pitchFamily="18" charset="0"/>
              </a:rPr>
              <a:t>A study done by  "Blockchain for Web Application Security" in 2022,  Use of blockchain for securing sensitive data and ensuring transaction integrity in web applications and designed a blockchain-based architecture for e-commerce platforms and found that Improved resistance to SQLi and CSRF attacks with Ensured transparency and immutability of web transactions.</a:t>
            </a:r>
          </a:p>
          <a:p>
            <a:pPr lvl="0" algn="just"/>
            <a:r>
              <a:rPr lang="en-US" sz="1600" dirty="0">
                <a:latin typeface="Times New Roman" pitchFamily="18" charset="0"/>
                <a:cs typeface="Times New Roman" pitchFamily="18" charset="0"/>
              </a:rPr>
              <a:t>A study done by "Secure Web Application Design Principles" in 2018, focuses on  overview of best practices for secure web application development by Conducting a survey of 200 developers and reviewed existing secure coding standards and found Lack of developer awareness about security practices is a major issue.</a:t>
            </a:r>
          </a:p>
          <a:p>
            <a:pPr algn="just"/>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br>
              <a:rPr lang="en-US" sz="2800" b="1" dirty="0">
                <a:latin typeface="Times New Roman" pitchFamily="18" charset="0"/>
                <a:cs typeface="Times New Roman" pitchFamily="18" charset="0"/>
              </a:rPr>
            </a:br>
            <a:r>
              <a:rPr lang="en-US" sz="2800" b="1" dirty="0">
                <a:latin typeface="Times New Roman" pitchFamily="18" charset="0"/>
                <a:cs typeface="Times New Roman" pitchFamily="18" charset="0"/>
              </a:rPr>
              <a:t>EXISTING SYSTEM</a:t>
            </a:r>
            <a:br>
              <a:rPr lang="en-US" sz="3600" dirty="0"/>
            </a:br>
            <a:endParaRPr lang="en-US" sz="3600" dirty="0"/>
          </a:p>
        </p:txBody>
      </p:sp>
      <p:sp>
        <p:nvSpPr>
          <p:cNvPr id="3" name="Content Placeholder 2"/>
          <p:cNvSpPr>
            <a:spLocks noGrp="1"/>
          </p:cNvSpPr>
          <p:nvPr>
            <p:ph idx="1"/>
          </p:nvPr>
        </p:nvSpPr>
        <p:spPr/>
        <p:txBody>
          <a:bodyPr>
            <a:normAutofit/>
          </a:bodyPr>
          <a:lstStyle/>
          <a:p>
            <a:pPr algn="just"/>
            <a:r>
              <a:rPr lang="en-US" sz="1600" dirty="0">
                <a:latin typeface="Times New Roman" pitchFamily="18" charset="0"/>
                <a:cs typeface="Times New Roman" pitchFamily="18" charset="0"/>
              </a:rPr>
              <a:t>The existing system for managing web vulnerabilities typically involves a combination of manual code reviews, automated vulnerability scanning tools, and the use of secure coding practices. Manual code reviews are conducted by experienced developers to identify potential vulnerabilities in the source code, such as SQL injection, XSS, and CSRF. While effective, manual reviews can be time-consuming and may not catch all vulnerabilities, especially in large and complex web </a:t>
            </a:r>
            <a:r>
              <a:rPr lang="en-US" sz="1600" dirty="0" err="1">
                <a:latin typeface="Times New Roman" pitchFamily="18" charset="0"/>
                <a:cs typeface="Times New Roman" pitchFamily="18" charset="0"/>
              </a:rPr>
              <a:t>applications.Automated</a:t>
            </a:r>
            <a:r>
              <a:rPr lang="en-US" sz="1600" dirty="0">
                <a:latin typeface="Times New Roman" pitchFamily="18" charset="0"/>
                <a:cs typeface="Times New Roman" pitchFamily="18" charset="0"/>
              </a:rPr>
              <a:t> vulnerability scanning tools are used to detect common vulnerabilities in web applications automatically. These tools can quickly scan a web application for known vulnerabilities and provide a report of issues that need to be addressed. However, automated tools may generate false positives or false negatives, requiring manual verification and </a:t>
            </a:r>
            <a:r>
              <a:rPr lang="en-US" sz="1600" dirty="0" err="1">
                <a:latin typeface="Times New Roman" pitchFamily="18" charset="0"/>
                <a:cs typeface="Times New Roman" pitchFamily="18" charset="0"/>
              </a:rPr>
              <a:t>validation.Secure</a:t>
            </a:r>
            <a:r>
              <a:rPr lang="en-US" sz="1600" dirty="0">
                <a:latin typeface="Times New Roman" pitchFamily="18" charset="0"/>
                <a:cs typeface="Times New Roman" pitchFamily="18" charset="0"/>
              </a:rPr>
              <a:t> coding practices, such as input validation, parameterized queries, and output encoding, are essential for preventing vulnerabilities in web applications. </a:t>
            </a:r>
          </a:p>
          <a:p>
            <a:r>
              <a:rPr lang="en-US" sz="1600" dirty="0">
                <a:latin typeface="Times New Roman" pitchFamily="18" charset="0"/>
                <a:cs typeface="Times New Roman" pitchFamily="18" charset="0"/>
              </a:rPr>
              <a:t>Developers are encouraged to follow secure coding guidelines and best practices to reduce the risk of introducing vulnerabilities during the development process.</a:t>
            </a:r>
          </a:p>
          <a:p>
            <a:pPr>
              <a:buNone/>
            </a:pPr>
            <a:endParaRPr lang="en-US" sz="1600" dirty="0"/>
          </a:p>
          <a:p>
            <a:endParaRPr lang="en-US" sz="1600" dirty="0"/>
          </a:p>
          <a:p>
            <a:pPr algn="just"/>
            <a:endParaRPr lang="en-US" sz="1600" dirty="0">
              <a:latin typeface="Times New Roman" pitchFamily="18" charset="0"/>
              <a:cs typeface="Times New Roman"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latin typeface="Times New Roman" pitchFamily="18" charset="0"/>
                <a:cs typeface="Times New Roman" pitchFamily="18" charset="0"/>
              </a:rPr>
              <a:t>DRAW BACKS </a:t>
            </a:r>
          </a:p>
        </p:txBody>
      </p:sp>
      <p:sp>
        <p:nvSpPr>
          <p:cNvPr id="3" name="Content Placeholder 2"/>
          <p:cNvSpPr>
            <a:spLocks noGrp="1"/>
          </p:cNvSpPr>
          <p:nvPr>
            <p:ph idx="1"/>
          </p:nvPr>
        </p:nvSpPr>
        <p:spPr/>
        <p:txBody>
          <a:bodyPr>
            <a:normAutofit/>
          </a:bodyPr>
          <a:lstStyle/>
          <a:p>
            <a:pPr lvl="0" algn="just"/>
            <a:r>
              <a:rPr lang="en-US" sz="1600" b="1" dirty="0">
                <a:latin typeface="Times New Roman" pitchFamily="18" charset="0"/>
                <a:cs typeface="Times New Roman" pitchFamily="18" charset="0"/>
              </a:rPr>
              <a:t>Manual Effort</a:t>
            </a:r>
            <a:r>
              <a:rPr lang="en-US" sz="1600" dirty="0">
                <a:latin typeface="Times New Roman" pitchFamily="18" charset="0"/>
                <a:cs typeface="Times New Roman" pitchFamily="18" charset="0"/>
              </a:rPr>
              <a:t>: Manual code reviews are time-consuming and labor-intensive, making them impractical for large-scale web applications or frequent code changes.</a:t>
            </a:r>
          </a:p>
          <a:p>
            <a:pPr lvl="0" algn="just"/>
            <a:r>
              <a:rPr lang="en-US" sz="1600" b="1" dirty="0">
                <a:latin typeface="Times New Roman" pitchFamily="18" charset="0"/>
                <a:cs typeface="Times New Roman" pitchFamily="18" charset="0"/>
              </a:rPr>
              <a:t>Limited Coverage</a:t>
            </a:r>
            <a:r>
              <a:rPr lang="en-US" sz="1600" dirty="0">
                <a:latin typeface="Times New Roman" pitchFamily="18" charset="0"/>
                <a:cs typeface="Times New Roman" pitchFamily="18" charset="0"/>
              </a:rPr>
              <a:t>: Automated vulnerability scanning tools may not detect all vulnerabilities, especially those that require complex or context-dependent analysis.</a:t>
            </a:r>
          </a:p>
          <a:p>
            <a:pPr algn="just"/>
            <a:endParaRPr lang="en-US" sz="1600" dirty="0"/>
          </a:p>
          <a:p>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latin typeface="Times New Roman" pitchFamily="18" charset="0"/>
                <a:cs typeface="Times New Roman" pitchFamily="18" charset="0"/>
              </a:rPr>
              <a:t>PROPOSED SYSTEM </a:t>
            </a: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r>
              <a:rPr lang="en-US" sz="1600" dirty="0">
                <a:latin typeface="Times New Roman" pitchFamily="18" charset="0"/>
                <a:cs typeface="Times New Roman" pitchFamily="18" charset="0"/>
              </a:rPr>
              <a:t>The proposed system for managing web vulnerabilities aims to address the limitations of the existing system by leveraging advanced technologies and approaches. One key aspect of the proposed system is the integration of automated vulnerability scanning tools with machine learning algorithms. By using machine learning, the system can improve the accuracy of vulnerability detection and reduce false positives and false negatives. Machine learning models can be trained on large datasets of known vulnerabilities to recognize patterns and anomalies in web application code, making them more effective at identifying potential vulnerabilities .Another key component of the proposed system is the use of continuous security testing and monitoring. Rather than relying on periodic scans or manual reviews, the system continuously monitors web applications for vulnerabilities and alerts developers in real-time. </a:t>
            </a:r>
          </a:p>
          <a:p>
            <a:pPr algn="just"/>
            <a:r>
              <a:rPr lang="en-US" sz="1600" dirty="0">
                <a:latin typeface="Times New Roman" pitchFamily="18" charset="0"/>
                <a:cs typeface="Times New Roman" pitchFamily="18" charset="0"/>
              </a:rPr>
              <a:t>This proactive approach allows vulnerabilities to be identified and addressed promptly, reducing the risk of </a:t>
            </a:r>
            <a:r>
              <a:rPr lang="en-US" sz="1600" dirty="0" err="1">
                <a:latin typeface="Times New Roman" pitchFamily="18" charset="0"/>
                <a:cs typeface="Times New Roman" pitchFamily="18" charset="0"/>
              </a:rPr>
              <a:t>exploitation.Additionally</a:t>
            </a:r>
            <a:r>
              <a:rPr lang="en-US" sz="1600" dirty="0">
                <a:latin typeface="Times New Roman" pitchFamily="18" charset="0"/>
                <a:cs typeface="Times New Roman" pitchFamily="18" charset="0"/>
              </a:rPr>
              <a:t>, the proposed system emphasizes the importance of secure coding practices and developer training. Developers are provided with tools and resources to help them write secure code, such as secure coding guidelines and automated code analysis tools. Regular training sessions and workshops are also conducted to raise awareness about web vulnerabilities and best practices for mitigating them.</a:t>
            </a:r>
            <a:endParaRPr lang="en-US" sz="1600" dirty="0"/>
          </a:p>
          <a:p>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latin typeface="Times New Roman" pitchFamily="18" charset="0"/>
                <a:cs typeface="Times New Roman" pitchFamily="18" charset="0"/>
              </a:rPr>
              <a:t>ADVANTAGES</a:t>
            </a: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lvl="0" algn="just"/>
            <a:r>
              <a:rPr lang="en-US" sz="1600" dirty="0">
                <a:latin typeface="Times New Roman" pitchFamily="18" charset="0"/>
                <a:cs typeface="Times New Roman" pitchFamily="18" charset="0"/>
              </a:rPr>
              <a:t>Improved Accuracy: By leveraging machine learning, the proposed system can improve the accuracy of vulnerability detection, reducing false positives and false negatives compared to traditional automated tools.</a:t>
            </a:r>
          </a:p>
          <a:p>
            <a:pPr lvl="0" algn="just"/>
            <a:r>
              <a:rPr lang="en-US" sz="1600" dirty="0">
                <a:latin typeface="Times New Roman" pitchFamily="18" charset="0"/>
                <a:cs typeface="Times New Roman" pitchFamily="18" charset="0"/>
              </a:rPr>
              <a:t>Real-time Monitoring: The proposed system offers real-time monitoring of web applications for vulnerabilities, allowing for prompt detection and mitigation of security issues.</a:t>
            </a:r>
          </a:p>
          <a:p>
            <a:pPr lvl="0" algn="just"/>
            <a:r>
              <a:rPr lang="en-US" sz="1600" dirty="0">
                <a:latin typeface="Times New Roman" pitchFamily="18" charset="0"/>
                <a:cs typeface="Times New Roman" pitchFamily="18" charset="0"/>
              </a:rPr>
              <a:t>Proactive Approach: Continuous security testing and monitoring enable a proactive approach to managing web vulnerabilities, reducing the risk of exploitation.</a:t>
            </a:r>
          </a:p>
          <a:p>
            <a:endParaRPr lang="en-US" sz="1600" dirty="0">
              <a:latin typeface="Times New Roman" pitchFamily="18" charset="0"/>
              <a:cs typeface="Times New Roman"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br>
              <a:rPr lang="en-US" sz="2800" b="1" dirty="0">
                <a:latin typeface="Times New Roman" pitchFamily="18" charset="0"/>
                <a:cs typeface="Times New Roman" pitchFamily="18" charset="0"/>
              </a:rPr>
            </a:br>
            <a:r>
              <a:rPr lang="en-US" sz="2800" b="1" dirty="0">
                <a:latin typeface="Times New Roman" pitchFamily="18" charset="0"/>
                <a:cs typeface="Times New Roman" pitchFamily="18" charset="0"/>
              </a:rPr>
              <a:t>SYSTEM REQUIREMENTS</a:t>
            </a:r>
            <a:br>
              <a:rPr lang="en-US" sz="3600" dirty="0"/>
            </a:br>
            <a:endParaRPr lang="en-US" sz="3600" dirty="0"/>
          </a:p>
        </p:txBody>
      </p:sp>
      <p:sp>
        <p:nvSpPr>
          <p:cNvPr id="3" name="Content Placeholder 2"/>
          <p:cNvSpPr>
            <a:spLocks noGrp="1"/>
          </p:cNvSpPr>
          <p:nvPr>
            <p:ph idx="1"/>
          </p:nvPr>
        </p:nvSpPr>
        <p:spPr>
          <a:xfrm>
            <a:off x="381000" y="1600200"/>
            <a:ext cx="8229600" cy="4525963"/>
          </a:xfrm>
        </p:spPr>
        <p:txBody>
          <a:bodyPr>
            <a:normAutofit/>
          </a:bodyPr>
          <a:lstStyle/>
          <a:p>
            <a:r>
              <a:rPr lang="en-US" sz="1600" dirty="0">
                <a:latin typeface="Times New Roman" pitchFamily="18" charset="0"/>
                <a:cs typeface="Times New Roman" pitchFamily="18" charset="0"/>
              </a:rPr>
              <a:t>➢   </a:t>
            </a:r>
            <a:r>
              <a:rPr lang="en-US" sz="1600" b="1" dirty="0">
                <a:latin typeface="Times New Roman" pitchFamily="18" charset="0"/>
                <a:cs typeface="Times New Roman" pitchFamily="18" charset="0"/>
              </a:rPr>
              <a:t>H/W System Configuration:-</a:t>
            </a:r>
            <a:endParaRPr lang="en-US" sz="1600" dirty="0">
              <a:latin typeface="Times New Roman" pitchFamily="18" charset="0"/>
              <a:cs typeface="Times New Roman" pitchFamily="18" charset="0"/>
            </a:endParaRPr>
          </a:p>
          <a:p>
            <a:r>
              <a:rPr lang="en-US" sz="1600" dirty="0">
                <a:latin typeface="Times New Roman" pitchFamily="18" charset="0"/>
                <a:cs typeface="Times New Roman" pitchFamily="18" charset="0"/>
              </a:rPr>
              <a:t>➢    Processor                      -   Pentium –IV </a:t>
            </a:r>
          </a:p>
          <a:p>
            <a:pPr algn="just"/>
            <a:r>
              <a:rPr lang="en-US" sz="1600" dirty="0">
                <a:latin typeface="Times New Roman" pitchFamily="18" charset="0"/>
                <a:cs typeface="Times New Roman" pitchFamily="18" charset="0"/>
              </a:rPr>
              <a:t>➢   RAM                                - 8 GB (min)</a:t>
            </a:r>
          </a:p>
          <a:p>
            <a:r>
              <a:rPr lang="en-US" sz="1600" dirty="0">
                <a:latin typeface="Times New Roman" pitchFamily="18" charset="0"/>
                <a:cs typeface="Times New Roman" pitchFamily="18" charset="0"/>
              </a:rPr>
              <a:t>➢   Hard Disk                       -   20 GB</a:t>
            </a:r>
          </a:p>
          <a:p>
            <a:r>
              <a:rPr lang="en-US" sz="1600" dirty="0">
                <a:latin typeface="Times New Roman" pitchFamily="18" charset="0"/>
                <a:cs typeface="Times New Roman" pitchFamily="18" charset="0"/>
              </a:rPr>
              <a:t>➢   Key Board                      -    Standard Windows Keyboard</a:t>
            </a:r>
          </a:p>
          <a:p>
            <a:r>
              <a:rPr lang="en-US" sz="1600" dirty="0">
                <a:latin typeface="Times New Roman" pitchFamily="18" charset="0"/>
                <a:cs typeface="Times New Roman" pitchFamily="18" charset="0"/>
              </a:rPr>
              <a:t>➢   Mouse                            -    Two or Three Button Mouse</a:t>
            </a:r>
          </a:p>
          <a:p>
            <a:r>
              <a:rPr lang="en-US" sz="1600" dirty="0">
                <a:latin typeface="Times New Roman" pitchFamily="18" charset="0"/>
                <a:cs typeface="Times New Roman" pitchFamily="18" charset="0"/>
              </a:rPr>
              <a:t>➢   Monitor                          -   SVGA</a:t>
            </a:r>
          </a:p>
          <a:p>
            <a:endParaRPr lang="en-US" sz="2000" dirty="0">
              <a:latin typeface="Times New Roman" pitchFamily="18" charset="0"/>
              <a:cs typeface="Times New Roman"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latin typeface="Times New Roman" panose="02020603050405020304" pitchFamily="18" charset="0"/>
                <a:cs typeface="Times New Roman" pitchFamily="18" charset="0"/>
              </a:rPr>
              <a:t>SOFTWARE</a:t>
            </a:r>
            <a:r>
              <a:rPr lang="en-US" sz="4000" b="1"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itchFamily="18" charset="0"/>
              </a:rPr>
              <a:t>REQUIREMENTS</a:t>
            </a:r>
            <a:endParaRPr lang="en-US" sz="2800" dirty="0">
              <a:latin typeface="Times New Roman" panose="02020603050405020304" pitchFamily="18" charset="0"/>
              <a:cs typeface="Times New Roman" pitchFamily="18" charset="0"/>
            </a:endParaRPr>
          </a:p>
        </p:txBody>
      </p:sp>
      <p:sp>
        <p:nvSpPr>
          <p:cNvPr id="3" name="Content Placeholder 2"/>
          <p:cNvSpPr>
            <a:spLocks noGrp="1"/>
          </p:cNvSpPr>
          <p:nvPr>
            <p:ph idx="1"/>
          </p:nvPr>
        </p:nvSpPr>
        <p:spPr/>
        <p:txBody>
          <a:bodyPr>
            <a:normAutofit/>
          </a:bodyPr>
          <a:lstStyle/>
          <a:p>
            <a:pPr lvl="0" algn="just"/>
            <a:r>
              <a:rPr lang="en-US" sz="1600" b="1" dirty="0">
                <a:latin typeface="Times New Roman" pitchFamily="18" charset="0"/>
                <a:cs typeface="Times New Roman" pitchFamily="18" charset="0"/>
              </a:rPr>
              <a:t>Operating system 	             :   </a:t>
            </a:r>
            <a:r>
              <a:rPr lang="en-US" sz="1600" dirty="0">
                <a:latin typeface="Times New Roman" pitchFamily="18" charset="0"/>
                <a:cs typeface="Times New Roman" pitchFamily="18" charset="0"/>
              </a:rPr>
              <a:t>Windows 7 Ultimate.</a:t>
            </a:r>
          </a:p>
          <a:p>
            <a:pPr lvl="0" algn="just"/>
            <a:r>
              <a:rPr lang="en-US" sz="1600" b="1" dirty="0">
                <a:latin typeface="Times New Roman" pitchFamily="18" charset="0"/>
                <a:cs typeface="Times New Roman" pitchFamily="18" charset="0"/>
              </a:rPr>
              <a:t>Coding Language		:   </a:t>
            </a:r>
            <a:r>
              <a:rPr lang="en-US" sz="1600" dirty="0">
                <a:latin typeface="Times New Roman" pitchFamily="18" charset="0"/>
                <a:cs typeface="Times New Roman" pitchFamily="18" charset="0"/>
              </a:rPr>
              <a:t>Python.</a:t>
            </a:r>
          </a:p>
          <a:p>
            <a:pPr lvl="0" algn="just"/>
            <a:r>
              <a:rPr lang="en-US" sz="1600" b="1" dirty="0">
                <a:latin typeface="Times New Roman" pitchFamily="18" charset="0"/>
                <a:cs typeface="Times New Roman" pitchFamily="18" charset="0"/>
              </a:rPr>
              <a:t>Front-End			:   </a:t>
            </a:r>
            <a:r>
              <a:rPr lang="en-US" sz="1600" dirty="0">
                <a:latin typeface="Times New Roman" pitchFamily="18" charset="0"/>
                <a:cs typeface="Times New Roman" pitchFamily="18" charset="0"/>
              </a:rPr>
              <a:t>Python-3.7.7</a:t>
            </a:r>
          </a:p>
          <a:p>
            <a:pPr lvl="0" algn="just"/>
            <a:r>
              <a:rPr lang="en-US" sz="1600" b="1" dirty="0">
                <a:latin typeface="Times New Roman" pitchFamily="18" charset="0"/>
                <a:cs typeface="Times New Roman" pitchFamily="18" charset="0"/>
              </a:rPr>
              <a:t>Back-End			:   </a:t>
            </a:r>
            <a:r>
              <a:rPr lang="en-US" sz="1600" dirty="0" err="1">
                <a:latin typeface="Times New Roman" pitchFamily="18" charset="0"/>
                <a:cs typeface="Times New Roman" pitchFamily="18" charset="0"/>
              </a:rPr>
              <a:t>Django</a:t>
            </a:r>
            <a:r>
              <a:rPr lang="en-US" sz="1600" dirty="0">
                <a:latin typeface="Times New Roman" pitchFamily="18" charset="0"/>
                <a:cs typeface="Times New Roman" pitchFamily="18" charset="0"/>
              </a:rPr>
              <a:t>-ORM</a:t>
            </a:r>
          </a:p>
          <a:p>
            <a:pPr lvl="0" algn="just"/>
            <a:r>
              <a:rPr lang="en-US" sz="1600" b="1" dirty="0">
                <a:latin typeface="Times New Roman" pitchFamily="18" charset="0"/>
                <a:cs typeface="Times New Roman" pitchFamily="18" charset="0"/>
              </a:rPr>
              <a:t>Designing			:</a:t>
            </a:r>
            <a:r>
              <a:rPr lang="en-US" sz="1600" dirty="0">
                <a:latin typeface="Times New Roman" pitchFamily="18" charset="0"/>
                <a:cs typeface="Times New Roman" pitchFamily="18" charset="0"/>
              </a:rPr>
              <a:t>   Html, </a:t>
            </a:r>
            <a:r>
              <a:rPr lang="en-US" sz="1600" dirty="0" err="1">
                <a:latin typeface="Times New Roman" pitchFamily="18" charset="0"/>
                <a:cs typeface="Times New Roman" pitchFamily="18" charset="0"/>
              </a:rPr>
              <a:t>css</a:t>
            </a: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javascript</a:t>
            </a:r>
            <a:r>
              <a:rPr lang="en-US" sz="1600" dirty="0">
                <a:latin typeface="Times New Roman" pitchFamily="18" charset="0"/>
                <a:cs typeface="Times New Roman" pitchFamily="18" charset="0"/>
              </a:rPr>
              <a:t>.</a:t>
            </a:r>
          </a:p>
          <a:p>
            <a:pPr>
              <a:buNone/>
            </a:pP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br>
              <a:rPr lang="en-US" sz="2800" b="1" dirty="0">
                <a:latin typeface="Times New Roman" pitchFamily="18" charset="0"/>
                <a:cs typeface="Times New Roman" pitchFamily="18" charset="0"/>
              </a:rPr>
            </a:br>
            <a:r>
              <a:rPr lang="en-US" sz="2800" b="1" dirty="0">
                <a:latin typeface="Times New Roman" pitchFamily="18" charset="0"/>
                <a:cs typeface="Times New Roman" pitchFamily="18" charset="0"/>
              </a:rPr>
              <a:t>SYSTEM ARCHITECTURE</a:t>
            </a:r>
            <a:br>
              <a:rPr lang="en-US" sz="2800" dirty="0">
                <a:latin typeface="Times New Roman" pitchFamily="18" charset="0"/>
                <a:cs typeface="Times New Roman" pitchFamily="18" charset="0"/>
              </a:rPr>
            </a:br>
            <a:endParaRPr lang="en-US" sz="2800" dirty="0">
              <a:latin typeface="Times New Roman" pitchFamily="18" charset="0"/>
              <a:cs typeface="Times New Roman" pitchFamily="18" charset="0"/>
            </a:endParaRPr>
          </a:p>
        </p:txBody>
      </p:sp>
      <p:pic>
        <p:nvPicPr>
          <p:cNvPr id="4" name="Content Placeholder 3" descr="Web Application Architecture [Complete Guide &amp; Diagrams]"/>
          <p:cNvPicPr>
            <a:picLocks noGrp="1"/>
          </p:cNvPicPr>
          <p:nvPr>
            <p:ph idx="1"/>
          </p:nvPr>
        </p:nvPicPr>
        <p:blipFill>
          <a:blip r:embed="rId2"/>
          <a:srcRect/>
          <a:stretch>
            <a:fillRect/>
          </a:stretch>
        </p:blipFill>
        <p:spPr bwMode="auto">
          <a:xfrm>
            <a:off x="1560118" y="1600200"/>
            <a:ext cx="6023764" cy="4525963"/>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077200" cy="1143000"/>
          </a:xfrm>
        </p:spPr>
        <p:txBody>
          <a:bodyPr>
            <a:normAutofit fontScale="90000"/>
          </a:bodyPr>
          <a:lstStyle/>
          <a:p>
            <a:br>
              <a:rPr lang="en-US" b="1" dirty="0">
                <a:latin typeface="Times New Roman" pitchFamily="18" charset="0"/>
                <a:cs typeface="Times New Roman" pitchFamily="18" charset="0"/>
              </a:rPr>
            </a:br>
            <a:r>
              <a:rPr lang="en-US" sz="3100" b="1" dirty="0">
                <a:latin typeface="Times New Roman" pitchFamily="18" charset="0"/>
                <a:cs typeface="Times New Roman" pitchFamily="18" charset="0"/>
              </a:rPr>
              <a:t>UML DIAGRAMS</a:t>
            </a:r>
            <a:br>
              <a:rPr lang="en-US" dirty="0">
                <a:latin typeface="Times New Roman" pitchFamily="18" charset="0"/>
                <a:cs typeface="Times New Roman" pitchFamily="18" charset="0"/>
              </a:rPr>
            </a:b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r>
              <a:rPr lang="en-US" sz="2000" b="1" dirty="0">
                <a:latin typeface="Times New Roman" pitchFamily="18" charset="0"/>
                <a:cs typeface="Times New Roman" pitchFamily="18" charset="0"/>
              </a:rPr>
              <a:t>USE CASE DIAGRAM</a:t>
            </a:r>
          </a:p>
          <a:p>
            <a:endParaRPr lang="en-US" sz="2000" dirty="0">
              <a:latin typeface="Times New Roman" pitchFamily="18" charset="0"/>
              <a:cs typeface="Times New Roman" pitchFamily="18" charset="0"/>
            </a:endParaRPr>
          </a:p>
        </p:txBody>
      </p:sp>
      <p:pic>
        <p:nvPicPr>
          <p:cNvPr id="4" name="Picture 3"/>
          <p:cNvPicPr/>
          <p:nvPr/>
        </p:nvPicPr>
        <p:blipFill>
          <a:blip r:embed="rId2"/>
          <a:srcRect/>
          <a:stretch>
            <a:fillRect/>
          </a:stretch>
        </p:blipFill>
        <p:spPr bwMode="auto">
          <a:xfrm>
            <a:off x="1295400" y="2438400"/>
            <a:ext cx="6629400" cy="3429000"/>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latin typeface="Times New Roman" pitchFamily="18" charset="0"/>
                <a:cs typeface="Times New Roman" pitchFamily="18" charset="0"/>
              </a:rPr>
              <a:t>CLASS DIAGRAM</a:t>
            </a:r>
            <a:endParaRPr lang="en-US" sz="2800" dirty="0">
              <a:latin typeface="Times New Roman" pitchFamily="18" charset="0"/>
              <a:cs typeface="Times New Roman" pitchFamily="18" charset="0"/>
            </a:endParaRPr>
          </a:p>
        </p:txBody>
      </p:sp>
      <p:pic>
        <p:nvPicPr>
          <p:cNvPr id="4" name="Content Placeholder 3"/>
          <p:cNvPicPr>
            <a:picLocks noGrp="1"/>
          </p:cNvPicPr>
          <p:nvPr>
            <p:ph idx="1"/>
          </p:nvPr>
        </p:nvPicPr>
        <p:blipFill>
          <a:blip r:embed="rId2"/>
          <a:srcRect/>
          <a:stretch>
            <a:fillRect/>
          </a:stretch>
        </p:blipFill>
        <p:spPr bwMode="auto">
          <a:xfrm>
            <a:off x="1981200" y="2667000"/>
            <a:ext cx="4953000" cy="2514599"/>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latin typeface="Times New Roman" pitchFamily="18" charset="0"/>
                <a:cs typeface="Times New Roman" pitchFamily="18" charset="0"/>
              </a:rPr>
              <a:t>SEQUENCE DIAGRAM</a:t>
            </a:r>
            <a:endParaRPr lang="en-US" sz="2800" dirty="0">
              <a:latin typeface="Times New Roman" pitchFamily="18" charset="0"/>
              <a:cs typeface="Times New Roman" pitchFamily="18" charset="0"/>
            </a:endParaRPr>
          </a:p>
        </p:txBody>
      </p:sp>
      <p:pic>
        <p:nvPicPr>
          <p:cNvPr id="4" name="Content Placeholder 3"/>
          <p:cNvPicPr>
            <a:picLocks noGrp="1"/>
          </p:cNvPicPr>
          <p:nvPr>
            <p:ph idx="1"/>
          </p:nvPr>
        </p:nvPicPr>
        <p:blipFill>
          <a:blip r:embed="rId2"/>
          <a:srcRect/>
          <a:stretch>
            <a:fillRect/>
          </a:stretch>
        </p:blipFill>
        <p:spPr bwMode="auto">
          <a:xfrm>
            <a:off x="609600" y="2106168"/>
            <a:ext cx="8077200" cy="3514026"/>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latin typeface="Times New Roman" pitchFamily="18" charset="0"/>
                <a:cs typeface="Times New Roman" pitchFamily="18" charset="0"/>
              </a:rPr>
              <a:t>COLLRABATION  DIAGRAM</a:t>
            </a:r>
            <a:endParaRPr lang="en-US" sz="2800" dirty="0">
              <a:latin typeface="Times New Roman" pitchFamily="18" charset="0"/>
              <a:cs typeface="Times New Roman" pitchFamily="18" charset="0"/>
            </a:endParaRPr>
          </a:p>
        </p:txBody>
      </p:sp>
      <p:pic>
        <p:nvPicPr>
          <p:cNvPr id="4" name="Content Placeholder 3"/>
          <p:cNvPicPr>
            <a:picLocks noGrp="1"/>
          </p:cNvPicPr>
          <p:nvPr>
            <p:ph idx="1"/>
          </p:nvPr>
        </p:nvPicPr>
        <p:blipFill>
          <a:blip r:embed="rId3"/>
          <a:srcRect/>
          <a:stretch>
            <a:fillRect/>
          </a:stretch>
        </p:blipFill>
        <p:spPr bwMode="auto">
          <a:xfrm>
            <a:off x="2209800" y="2209800"/>
            <a:ext cx="4572000" cy="3399036"/>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latin typeface="Times New Roman" pitchFamily="18" charset="0"/>
                <a:cs typeface="Times New Roman" pitchFamily="18" charset="0"/>
              </a:rPr>
              <a:t>DATA FLOW </a:t>
            </a:r>
            <a:endParaRPr lang="en-US" sz="4000" dirty="0">
              <a:latin typeface="Times New Roman" pitchFamily="18" charset="0"/>
              <a:cs typeface="Times New Roman" pitchFamily="18" charset="0"/>
            </a:endParaRPr>
          </a:p>
        </p:txBody>
      </p:sp>
      <p:pic>
        <p:nvPicPr>
          <p:cNvPr id="4" name="Content Placeholder 3" descr="C:\Users\Admin\AppData\Local\Packages\Microsoft.Windows.Photos_8wekyb3d8bbwe\TempState\ShareServiceTempFolder\Data-flow-diagram-focused-on-vulnerability.jpeg"/>
          <p:cNvPicPr>
            <a:picLocks noGrp="1"/>
          </p:cNvPicPr>
          <p:nvPr>
            <p:ph idx="1"/>
          </p:nvPr>
        </p:nvPicPr>
        <p:blipFill>
          <a:blip r:embed="rId2"/>
          <a:srcRect/>
          <a:stretch>
            <a:fillRect/>
          </a:stretch>
        </p:blipFill>
        <p:spPr bwMode="auto">
          <a:xfrm>
            <a:off x="1871662" y="2362200"/>
            <a:ext cx="5400675" cy="2895600"/>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latin typeface="Times New Roman" pitchFamily="18" charset="0"/>
                <a:cs typeface="Times New Roman" pitchFamily="18" charset="0"/>
              </a:rPr>
              <a:t>FLOW CHAT</a:t>
            </a:r>
            <a:endParaRPr lang="en-US" sz="2800" dirty="0">
              <a:latin typeface="Times New Roman" pitchFamily="18" charset="0"/>
              <a:cs typeface="Times New Roman" pitchFamily="18" charset="0"/>
            </a:endParaRPr>
          </a:p>
        </p:txBody>
      </p:sp>
      <p:pic>
        <p:nvPicPr>
          <p:cNvPr id="4" name="Content Placeholder 3" descr="Applied Sciences | Free Full-Text | An Approach to Analyze Vulnerability of  Information Flow in Software Architecture"/>
          <p:cNvPicPr>
            <a:picLocks noGrp="1"/>
          </p:cNvPicPr>
          <p:nvPr>
            <p:ph idx="1"/>
          </p:nvPr>
        </p:nvPicPr>
        <p:blipFill>
          <a:blip r:embed="rId2" cstate="print"/>
          <a:srcRect/>
          <a:stretch>
            <a:fillRect/>
          </a:stretch>
        </p:blipFill>
        <p:spPr bwMode="auto">
          <a:xfrm>
            <a:off x="1600056" y="2186008"/>
            <a:ext cx="5943887" cy="3354347"/>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latin typeface="Times New Roman" pitchFamily="18" charset="0"/>
                <a:cs typeface="Times New Roman" pitchFamily="18" charset="0"/>
              </a:rPr>
              <a:t>ACTIVITY DIAGRAM </a:t>
            </a:r>
            <a:endParaRPr lang="en-US" sz="4000" dirty="0">
              <a:latin typeface="Times New Roman" pitchFamily="18" charset="0"/>
              <a:cs typeface="Times New Roman" pitchFamily="18" charset="0"/>
            </a:endParaRPr>
          </a:p>
        </p:txBody>
      </p:sp>
      <p:pic>
        <p:nvPicPr>
          <p:cNvPr id="4" name="Content Placeholder 3" descr="C:\Users\Admin\AppData\Local\Packages\Microsoft.Windows.Photos_8wekyb3d8bbwe\TempState\ShareServiceTempFolder\Activity-diagram-of-user-login-process.jpeg"/>
          <p:cNvPicPr>
            <a:picLocks noGrp="1"/>
          </p:cNvPicPr>
          <p:nvPr>
            <p:ph idx="1"/>
          </p:nvPr>
        </p:nvPicPr>
        <p:blipFill>
          <a:blip r:embed="rId2"/>
          <a:srcRect/>
          <a:stretch>
            <a:fillRect/>
          </a:stretch>
        </p:blipFill>
        <p:spPr bwMode="auto">
          <a:xfrm>
            <a:off x="2057400" y="2272125"/>
            <a:ext cx="4572000" cy="3182112"/>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latin typeface="Times New Roman" pitchFamily="18" charset="0"/>
                <a:cs typeface="Times New Roman" pitchFamily="18" charset="0"/>
              </a:rPr>
              <a:t>Modules</a:t>
            </a:r>
            <a:endParaRPr lang="en-US" sz="4000"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r>
              <a:rPr lang="en-US" sz="1600" b="1" dirty="0" err="1">
                <a:latin typeface="Times New Roman" pitchFamily="18" charset="0"/>
                <a:cs typeface="Times New Roman" pitchFamily="18" charset="0"/>
              </a:rPr>
              <a:t>Tensorflow</a:t>
            </a:r>
            <a:endParaRPr lang="en-US" sz="1600" dirty="0">
              <a:latin typeface="Times New Roman" pitchFamily="18" charset="0"/>
              <a:cs typeface="Times New Roman" pitchFamily="18" charset="0"/>
            </a:endParaRPr>
          </a:p>
          <a:p>
            <a:pPr algn="just"/>
            <a:r>
              <a:rPr lang="en-US" sz="1600" dirty="0" err="1">
                <a:latin typeface="Times New Roman" pitchFamily="18" charset="0"/>
                <a:cs typeface="Times New Roman" pitchFamily="18" charset="0"/>
              </a:rPr>
              <a:t>TensorFlow</a:t>
            </a:r>
            <a:r>
              <a:rPr lang="en-US" sz="1600" dirty="0">
                <a:latin typeface="Times New Roman" pitchFamily="18" charset="0"/>
                <a:cs typeface="Times New Roman" pitchFamily="18" charset="0"/>
              </a:rPr>
              <a:t> is a </a:t>
            </a:r>
            <a:r>
              <a:rPr lang="en-US" sz="1600" u="sng" dirty="0">
                <a:latin typeface="Times New Roman" pitchFamily="18" charset="0"/>
                <a:cs typeface="Times New Roman" pitchFamily="18" charset="0"/>
                <a:hlinkClick r:id="rId2" tooltip="Free software"/>
              </a:rPr>
              <a:t>free</a:t>
            </a:r>
            <a:r>
              <a:rPr lang="en-US" sz="1600" dirty="0">
                <a:latin typeface="Times New Roman" pitchFamily="18" charset="0"/>
                <a:cs typeface="Times New Roman" pitchFamily="18" charset="0"/>
              </a:rPr>
              <a:t> and </a:t>
            </a:r>
            <a:r>
              <a:rPr lang="en-US" sz="1600" u="sng" dirty="0">
                <a:latin typeface="Times New Roman" pitchFamily="18" charset="0"/>
                <a:cs typeface="Times New Roman" pitchFamily="18" charset="0"/>
                <a:hlinkClick r:id="rId3" tooltip="Open-source software"/>
              </a:rPr>
              <a:t>open-source</a:t>
            </a:r>
            <a:r>
              <a:rPr lang="en-US" sz="1600" dirty="0">
                <a:latin typeface="Times New Roman" pitchFamily="18" charset="0"/>
                <a:cs typeface="Times New Roman" pitchFamily="18" charset="0"/>
              </a:rPr>
              <a:t> </a:t>
            </a:r>
            <a:r>
              <a:rPr lang="en-US" sz="1600" u="sng" dirty="0">
                <a:latin typeface="Times New Roman" pitchFamily="18" charset="0"/>
                <a:cs typeface="Times New Roman" pitchFamily="18" charset="0"/>
                <a:hlinkClick r:id="rId4" tooltip="Library (computing)"/>
              </a:rPr>
              <a:t>software library for dataflow and differentiable programming </a:t>
            </a:r>
            <a:r>
              <a:rPr lang="en-US" sz="1600" dirty="0">
                <a:latin typeface="Times New Roman" pitchFamily="18" charset="0"/>
                <a:cs typeface="Times New Roman" pitchFamily="18" charset="0"/>
              </a:rPr>
              <a:t>across a range of tasks. It is a symbolic math library, and is also used for </a:t>
            </a:r>
            <a:r>
              <a:rPr lang="en-US" sz="1600" u="sng" dirty="0">
                <a:latin typeface="Times New Roman" pitchFamily="18" charset="0"/>
                <a:cs typeface="Times New Roman" pitchFamily="18" charset="0"/>
                <a:hlinkClick r:id="rId5" tooltip="Machine learning"/>
              </a:rPr>
              <a:t>machine learning</a:t>
            </a:r>
            <a:r>
              <a:rPr lang="en-US" sz="1600" dirty="0">
                <a:latin typeface="Times New Roman" pitchFamily="18" charset="0"/>
                <a:cs typeface="Times New Roman" pitchFamily="18" charset="0"/>
              </a:rPr>
              <a:t> applications such as </a:t>
            </a:r>
            <a:r>
              <a:rPr lang="en-US" sz="1600" u="sng" dirty="0">
                <a:latin typeface="Times New Roman" pitchFamily="18" charset="0"/>
                <a:cs typeface="Times New Roman" pitchFamily="18" charset="0"/>
                <a:hlinkClick r:id="rId6" tooltip="Neural networks"/>
              </a:rPr>
              <a:t>neural networks</a:t>
            </a:r>
            <a:r>
              <a:rPr lang="en-US" sz="1600" dirty="0">
                <a:latin typeface="Times New Roman" pitchFamily="18" charset="0"/>
                <a:cs typeface="Times New Roman" pitchFamily="18" charset="0"/>
              </a:rPr>
              <a:t>. It is used for both research and production at </a:t>
            </a:r>
            <a:r>
              <a:rPr lang="en-US" sz="1600" u="sng" dirty="0">
                <a:latin typeface="Times New Roman" pitchFamily="18" charset="0"/>
                <a:cs typeface="Times New Roman" pitchFamily="18" charset="0"/>
                <a:hlinkClick r:id="rId7" tooltip="Google"/>
              </a:rPr>
              <a:t>Google</a:t>
            </a:r>
            <a:r>
              <a:rPr lang="en-US" sz="1600" dirty="0">
                <a:latin typeface="Times New Roman" pitchFamily="18" charset="0"/>
                <a:cs typeface="Times New Roman" pitchFamily="18" charset="0"/>
              </a:rPr>
              <a:t>.‍ </a:t>
            </a:r>
          </a:p>
          <a:p>
            <a:pPr algn="just"/>
            <a:r>
              <a:rPr lang="en-US" sz="1600" dirty="0" err="1">
                <a:latin typeface="Times New Roman" pitchFamily="18" charset="0"/>
                <a:cs typeface="Times New Roman" pitchFamily="18" charset="0"/>
              </a:rPr>
              <a:t>TensorFlow</a:t>
            </a:r>
            <a:r>
              <a:rPr lang="en-US" sz="1600" dirty="0">
                <a:latin typeface="Times New Roman" pitchFamily="18" charset="0"/>
                <a:cs typeface="Times New Roman" pitchFamily="18" charset="0"/>
              </a:rPr>
              <a:t> was developed by the </a:t>
            </a:r>
            <a:r>
              <a:rPr lang="en-US" sz="1600" u="sng" dirty="0">
                <a:latin typeface="Times New Roman" pitchFamily="18" charset="0"/>
                <a:cs typeface="Times New Roman" pitchFamily="18" charset="0"/>
                <a:hlinkClick r:id="rId8" tooltip="Google Brain"/>
              </a:rPr>
              <a:t>Google Brain</a:t>
            </a:r>
            <a:r>
              <a:rPr lang="en-US" sz="1600" dirty="0">
                <a:latin typeface="Times New Roman" pitchFamily="18" charset="0"/>
                <a:cs typeface="Times New Roman" pitchFamily="18" charset="0"/>
              </a:rPr>
              <a:t> team for internal Google use. It was released under the </a:t>
            </a:r>
            <a:r>
              <a:rPr lang="en-US" sz="1600" u="sng" dirty="0">
                <a:latin typeface="Times New Roman" pitchFamily="18" charset="0"/>
                <a:cs typeface="Times New Roman" pitchFamily="18" charset="0"/>
                <a:hlinkClick r:id="rId9" tooltip="Apache License"/>
              </a:rPr>
              <a:t>Apache 2.0</a:t>
            </a:r>
            <a:r>
              <a:rPr lang="en-US" sz="1600" dirty="0">
                <a:latin typeface="Times New Roman" pitchFamily="18" charset="0"/>
                <a:cs typeface="Times New Roman" pitchFamily="18" charset="0"/>
              </a:rPr>
              <a:t> </a:t>
            </a:r>
            <a:r>
              <a:rPr lang="en-US" sz="1600" u="sng" dirty="0">
                <a:latin typeface="Times New Roman" pitchFamily="18" charset="0"/>
                <a:cs typeface="Times New Roman" pitchFamily="18" charset="0"/>
                <a:hlinkClick r:id="rId10" tooltip="Open-source license"/>
              </a:rPr>
              <a:t>open-source license</a:t>
            </a:r>
            <a:r>
              <a:rPr lang="en-US" sz="1600" dirty="0">
                <a:latin typeface="Times New Roman" pitchFamily="18" charset="0"/>
                <a:cs typeface="Times New Roman" pitchFamily="18" charset="0"/>
              </a:rPr>
              <a:t> on November 9, 2015.</a:t>
            </a:r>
          </a:p>
          <a:p>
            <a:pPr algn="just"/>
            <a:endParaRPr lang="en-US" sz="2800" dirty="0">
              <a:latin typeface="Times New Roman" pitchFamily="18" charset="0"/>
              <a:cs typeface="Times New Roman"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latin typeface="Times New Roman" pitchFamily="18" charset="0"/>
                <a:cs typeface="Times New Roman" pitchFamily="18" charset="0"/>
              </a:rPr>
            </a:br>
            <a:r>
              <a:rPr lang="en-US" sz="3100" b="1" dirty="0" err="1">
                <a:latin typeface="Times New Roman" pitchFamily="18" charset="0"/>
                <a:cs typeface="Times New Roman" pitchFamily="18" charset="0"/>
              </a:rPr>
              <a:t>Numpy</a:t>
            </a:r>
            <a:br>
              <a:rPr lang="en-US" dirty="0">
                <a:latin typeface="Times New Roman" pitchFamily="18" charset="0"/>
                <a:cs typeface="Times New Roman" pitchFamily="18" charset="0"/>
              </a:rPr>
            </a:b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r>
              <a:rPr lang="en-US" sz="1600" dirty="0" err="1">
                <a:latin typeface="Times New Roman" pitchFamily="18" charset="0"/>
                <a:cs typeface="Times New Roman" pitchFamily="18" charset="0"/>
              </a:rPr>
              <a:t>Numpy</a:t>
            </a:r>
            <a:r>
              <a:rPr lang="en-US" sz="1600" dirty="0">
                <a:latin typeface="Times New Roman" pitchFamily="18" charset="0"/>
                <a:cs typeface="Times New Roman" pitchFamily="18" charset="0"/>
              </a:rPr>
              <a:t> is a general-purpose array-processing package. It provides a high-performance multidimensional array object, and tools for working with these arrays.</a:t>
            </a:r>
          </a:p>
          <a:p>
            <a:pPr algn="just" fontAlgn="base"/>
            <a:r>
              <a:rPr lang="en-US" sz="1600" dirty="0">
                <a:latin typeface="Times New Roman" pitchFamily="18" charset="0"/>
                <a:cs typeface="Times New Roman" pitchFamily="18" charset="0"/>
              </a:rPr>
              <a:t>It is the fundamental package for scientific computing with Python. It contains various features including these important ones:</a:t>
            </a:r>
          </a:p>
          <a:p>
            <a:pPr lvl="0" algn="just" fontAlgn="base"/>
            <a:r>
              <a:rPr lang="en-US" sz="1600" dirty="0">
                <a:latin typeface="Times New Roman" pitchFamily="18" charset="0"/>
                <a:cs typeface="Times New Roman" pitchFamily="18" charset="0"/>
              </a:rPr>
              <a:t>A powerful N-dimensional array object</a:t>
            </a:r>
          </a:p>
          <a:p>
            <a:pPr lvl="0" algn="just" fontAlgn="base"/>
            <a:r>
              <a:rPr lang="en-US" sz="1600" dirty="0">
                <a:latin typeface="Times New Roman" pitchFamily="18" charset="0"/>
                <a:cs typeface="Times New Roman" pitchFamily="18" charset="0"/>
              </a:rPr>
              <a:t>Sophisticated (broadcasting) functions</a:t>
            </a:r>
          </a:p>
          <a:p>
            <a:pPr lvl="0" algn="just" fontAlgn="base"/>
            <a:r>
              <a:rPr lang="en-US" sz="1600" dirty="0">
                <a:latin typeface="Times New Roman" pitchFamily="18" charset="0"/>
                <a:cs typeface="Times New Roman" pitchFamily="18" charset="0"/>
              </a:rPr>
              <a:t>Tools for integrating C/C++ and Fortran code</a:t>
            </a:r>
          </a:p>
          <a:p>
            <a:pPr lvl="0" algn="just" fontAlgn="base"/>
            <a:r>
              <a:rPr lang="en-US" sz="1600" dirty="0">
                <a:latin typeface="Times New Roman" pitchFamily="18" charset="0"/>
                <a:cs typeface="Times New Roman" pitchFamily="18" charset="0"/>
              </a:rPr>
              <a:t>Useful linear algebra, Fourier transform, and random number capabilities</a:t>
            </a:r>
          </a:p>
          <a:p>
            <a:pPr algn="just" fontAlgn="base"/>
            <a:r>
              <a:rPr lang="en-US" sz="1600" dirty="0">
                <a:latin typeface="Times New Roman" pitchFamily="18" charset="0"/>
                <a:cs typeface="Times New Roman" pitchFamily="18" charset="0"/>
              </a:rPr>
              <a:t>Besides its obvious scientific uses, </a:t>
            </a:r>
            <a:r>
              <a:rPr lang="en-US" sz="1600" dirty="0" err="1">
                <a:latin typeface="Times New Roman" pitchFamily="18" charset="0"/>
                <a:cs typeface="Times New Roman" pitchFamily="18" charset="0"/>
              </a:rPr>
              <a:t>Numpy</a:t>
            </a:r>
            <a:r>
              <a:rPr lang="en-US" sz="1600" dirty="0">
                <a:latin typeface="Times New Roman" pitchFamily="18" charset="0"/>
                <a:cs typeface="Times New Roman" pitchFamily="18" charset="0"/>
              </a:rPr>
              <a:t> can also be used as an efficient multi-dimensional container of generic data. Arbitrary data-types can be defined using </a:t>
            </a:r>
            <a:r>
              <a:rPr lang="en-US" sz="1600" dirty="0" err="1">
                <a:latin typeface="Times New Roman" pitchFamily="18" charset="0"/>
                <a:cs typeface="Times New Roman" pitchFamily="18" charset="0"/>
              </a:rPr>
              <a:t>Numpy</a:t>
            </a:r>
            <a:r>
              <a:rPr lang="en-US" sz="1600" dirty="0">
                <a:latin typeface="Times New Roman" pitchFamily="18" charset="0"/>
                <a:cs typeface="Times New Roman" pitchFamily="18" charset="0"/>
              </a:rPr>
              <a:t> which allows </a:t>
            </a:r>
            <a:r>
              <a:rPr lang="en-US" sz="1600" dirty="0" err="1">
                <a:latin typeface="Times New Roman" pitchFamily="18" charset="0"/>
                <a:cs typeface="Times New Roman" pitchFamily="18" charset="0"/>
              </a:rPr>
              <a:t>Numpy</a:t>
            </a:r>
            <a:r>
              <a:rPr lang="en-US" sz="1600" dirty="0">
                <a:latin typeface="Times New Roman" pitchFamily="18" charset="0"/>
                <a:cs typeface="Times New Roman" pitchFamily="18" charset="0"/>
              </a:rPr>
              <a:t> to seamlessly and speedily integrate with a wide variety of databases.</a:t>
            </a:r>
          </a:p>
          <a:p>
            <a:pPr algn="just"/>
            <a:endParaRPr lang="en-US" sz="1600" dirty="0">
              <a:latin typeface="Times New Roman" pitchFamily="18" charset="0"/>
              <a:cs typeface="Times New Roman"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latin typeface="Times New Roman" pitchFamily="18" charset="0"/>
                <a:cs typeface="Times New Roman" pitchFamily="18" charset="0"/>
              </a:rPr>
            </a:br>
            <a:r>
              <a:rPr lang="en-US" sz="3100" b="1" dirty="0">
                <a:latin typeface="Times New Roman" pitchFamily="18" charset="0"/>
                <a:cs typeface="Times New Roman" pitchFamily="18" charset="0"/>
              </a:rPr>
              <a:t>Pandas</a:t>
            </a:r>
            <a:br>
              <a:rPr lang="en-US" dirty="0">
                <a:latin typeface="Times New Roman" pitchFamily="18" charset="0"/>
                <a:cs typeface="Times New Roman" pitchFamily="18" charset="0"/>
              </a:rPr>
            </a:b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r>
              <a:rPr lang="en-US" sz="1600" dirty="0">
                <a:latin typeface="Times New Roman" pitchFamily="18" charset="0"/>
                <a:cs typeface="Times New Roman" pitchFamily="18" charset="0"/>
              </a:rPr>
              <a:t>Pandas is an open-source Python Library providing high-performance data manipulation and analysis tool using its powerful data structures. Python was majorly used for data </a:t>
            </a:r>
            <a:r>
              <a:rPr lang="en-US" sz="1600" dirty="0" err="1">
                <a:latin typeface="Times New Roman" pitchFamily="18" charset="0"/>
                <a:cs typeface="Times New Roman" pitchFamily="18" charset="0"/>
              </a:rPr>
              <a:t>munging</a:t>
            </a:r>
            <a:r>
              <a:rPr lang="en-US" sz="1600" dirty="0">
                <a:latin typeface="Times New Roman" pitchFamily="18" charset="0"/>
                <a:cs typeface="Times New Roman" pitchFamily="18" charset="0"/>
              </a:rPr>
              <a:t> and preparation. It had very little contribution towards data analysis. Pandas solved this problem. Using Pandas, we can accomplish five typical steps in the processing and analysis of data, regardless of the origin of data load, prepare, manipulate, model, and analyze. Python with Pandas is used in a wide range of fields including academic and commercial domains including finance, economics, Statistics, analytics, etc.</a:t>
            </a:r>
          </a:p>
          <a:p>
            <a:pPr algn="just"/>
            <a:endParaRPr lang="en-US" sz="1600" dirty="0">
              <a:latin typeface="Times New Roman" pitchFamily="18" charset="0"/>
              <a:cs typeface="Times New Roman"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latin typeface="Times New Roman" pitchFamily="18" charset="0"/>
                <a:cs typeface="Times New Roman" pitchFamily="18" charset="0"/>
              </a:rPr>
            </a:br>
            <a:r>
              <a:rPr lang="en-US" sz="3100" b="1" dirty="0" err="1">
                <a:latin typeface="Times New Roman" pitchFamily="18" charset="0"/>
                <a:cs typeface="Times New Roman" pitchFamily="18" charset="0"/>
              </a:rPr>
              <a:t>Matplotlib</a:t>
            </a:r>
            <a:br>
              <a:rPr lang="en-US" dirty="0">
                <a:latin typeface="Times New Roman" pitchFamily="18" charset="0"/>
                <a:cs typeface="Times New Roman" pitchFamily="18" charset="0"/>
              </a:rPr>
            </a:b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r>
              <a:rPr lang="en-US" sz="1800" dirty="0" err="1">
                <a:latin typeface="Times New Roman" pitchFamily="18" charset="0"/>
                <a:cs typeface="Times New Roman" pitchFamily="18" charset="0"/>
              </a:rPr>
              <a:t>Matplotlib</a:t>
            </a:r>
            <a:r>
              <a:rPr lang="en-US" sz="1800" dirty="0">
                <a:latin typeface="Times New Roman" pitchFamily="18" charset="0"/>
                <a:cs typeface="Times New Roman" pitchFamily="18" charset="0"/>
              </a:rPr>
              <a:t> is a Python 2D plotting library which produces publication quality figures in a variety of hardcopy formats and interactive environments across platforms. </a:t>
            </a:r>
            <a:r>
              <a:rPr lang="en-US" sz="1800" dirty="0" err="1">
                <a:latin typeface="Times New Roman" pitchFamily="18" charset="0"/>
                <a:cs typeface="Times New Roman" pitchFamily="18" charset="0"/>
              </a:rPr>
              <a:t>Matplotlib</a:t>
            </a:r>
            <a:r>
              <a:rPr lang="en-US" sz="1800" dirty="0">
                <a:latin typeface="Times New Roman" pitchFamily="18" charset="0"/>
                <a:cs typeface="Times New Roman" pitchFamily="18" charset="0"/>
              </a:rPr>
              <a:t> can be used in Python scripts, the Python and </a:t>
            </a:r>
            <a:r>
              <a:rPr lang="en-US" sz="1800" u="sng" dirty="0" err="1">
                <a:latin typeface="Times New Roman" pitchFamily="18" charset="0"/>
                <a:cs typeface="Times New Roman" pitchFamily="18" charset="0"/>
                <a:hlinkClick r:id="rId2"/>
              </a:rPr>
              <a:t>IPython</a:t>
            </a:r>
            <a:r>
              <a:rPr lang="en-US" sz="1800" dirty="0">
                <a:latin typeface="Times New Roman" pitchFamily="18" charset="0"/>
                <a:cs typeface="Times New Roman" pitchFamily="18" charset="0"/>
              </a:rPr>
              <a:t> shells, the </a:t>
            </a:r>
            <a:r>
              <a:rPr lang="en-US" sz="1800" u="sng" dirty="0" err="1">
                <a:latin typeface="Times New Roman" pitchFamily="18" charset="0"/>
                <a:cs typeface="Times New Roman" pitchFamily="18" charset="0"/>
                <a:hlinkClick r:id="rId3"/>
              </a:rPr>
              <a:t>Jupyter</a:t>
            </a:r>
            <a:r>
              <a:rPr lang="en-US" sz="1800" dirty="0">
                <a:latin typeface="Times New Roman" pitchFamily="18" charset="0"/>
                <a:cs typeface="Times New Roman" pitchFamily="18" charset="0"/>
              </a:rPr>
              <a:t> Notebook, web application servers, and four graphical user interface toolkits. </a:t>
            </a:r>
            <a:r>
              <a:rPr lang="en-US" sz="1800" dirty="0" err="1">
                <a:latin typeface="Times New Roman" pitchFamily="18" charset="0"/>
                <a:cs typeface="Times New Roman" pitchFamily="18" charset="0"/>
              </a:rPr>
              <a:t>Matplotlib</a:t>
            </a:r>
            <a:r>
              <a:rPr lang="en-US" sz="1800" dirty="0">
                <a:latin typeface="Times New Roman" pitchFamily="18" charset="0"/>
                <a:cs typeface="Times New Roman" pitchFamily="18" charset="0"/>
              </a:rPr>
              <a:t> tries to make easy things easy and hard things possible. You can generate plots, histograms, power spectra, bar charts, error charts, scatter plots, etc., with just a few lines of code. For examples, see the </a:t>
            </a:r>
            <a:r>
              <a:rPr lang="en-US" sz="1800" dirty="0">
                <a:latin typeface="Times New Roman" pitchFamily="18" charset="0"/>
                <a:cs typeface="Times New Roman" pitchFamily="18" charset="0"/>
                <a:hlinkClick r:id="rId4"/>
              </a:rPr>
              <a:t>sample plots</a:t>
            </a:r>
            <a:r>
              <a:rPr lang="en-US" sz="1800" dirty="0">
                <a:latin typeface="Times New Roman" pitchFamily="18" charset="0"/>
                <a:cs typeface="Times New Roman" pitchFamily="18" charset="0"/>
              </a:rPr>
              <a:t> and </a:t>
            </a:r>
            <a:r>
              <a:rPr lang="en-US" sz="1800" dirty="0">
                <a:latin typeface="Times New Roman" pitchFamily="18" charset="0"/>
                <a:cs typeface="Times New Roman" pitchFamily="18" charset="0"/>
                <a:hlinkClick r:id="rId5"/>
              </a:rPr>
              <a:t>thumbnail gallery</a:t>
            </a:r>
            <a:r>
              <a:rPr lang="en-US" sz="1800" dirty="0">
                <a:latin typeface="Times New Roman" pitchFamily="18" charset="0"/>
                <a:cs typeface="Times New Roman" pitchFamily="18" charset="0"/>
              </a:rPr>
              <a:t>.</a:t>
            </a:r>
          </a:p>
          <a:p>
            <a:pPr algn="just"/>
            <a:r>
              <a:rPr lang="en-US" sz="1800" dirty="0">
                <a:latin typeface="Times New Roman" pitchFamily="18" charset="0"/>
                <a:cs typeface="Times New Roman" pitchFamily="18" charset="0"/>
              </a:rPr>
              <a:t>For simple plotting the </a:t>
            </a:r>
            <a:r>
              <a:rPr lang="en-US" sz="1800" dirty="0" err="1">
                <a:latin typeface="Times New Roman" pitchFamily="18" charset="0"/>
                <a:cs typeface="Times New Roman" pitchFamily="18" charset="0"/>
              </a:rPr>
              <a:t>pyplot</a:t>
            </a:r>
            <a:r>
              <a:rPr lang="en-US" sz="1800" dirty="0">
                <a:latin typeface="Times New Roman" pitchFamily="18" charset="0"/>
                <a:cs typeface="Times New Roman" pitchFamily="18" charset="0"/>
              </a:rPr>
              <a:t> module provides a MATLAB-like interface, particularly when combined with </a:t>
            </a:r>
            <a:r>
              <a:rPr lang="en-US" sz="1800" dirty="0" err="1">
                <a:latin typeface="Times New Roman" pitchFamily="18" charset="0"/>
                <a:cs typeface="Times New Roman" pitchFamily="18" charset="0"/>
              </a:rPr>
              <a:t>IPython</a:t>
            </a:r>
            <a:r>
              <a:rPr lang="en-US" sz="1800" dirty="0">
                <a:latin typeface="Times New Roman" pitchFamily="18" charset="0"/>
                <a:cs typeface="Times New Roman" pitchFamily="18" charset="0"/>
              </a:rPr>
              <a:t>. For the power user, you have full control of line styles, font properties, axes properties, etc, via an object oriented interface or via a set of functions familiar to MATLAB users.</a:t>
            </a:r>
          </a:p>
          <a:p>
            <a:pPr algn="just"/>
            <a:endParaRPr lang="en-US" sz="1800" dirty="0">
              <a:latin typeface="Times New Roman" pitchFamily="18" charset="0"/>
              <a:cs typeface="Times New Roman"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latin typeface="Times New Roman" pitchFamily="18" charset="0"/>
                <a:cs typeface="Times New Roman" pitchFamily="18" charset="0"/>
              </a:rPr>
              <a:t>CONLUSION </a:t>
            </a:r>
            <a:endParaRPr lang="en-US" sz="4000"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r>
              <a:rPr lang="en-US" sz="1600" dirty="0">
                <a:latin typeface="Times New Roman" pitchFamily="18" charset="0"/>
                <a:cs typeface="Times New Roman" pitchFamily="18" charset="0"/>
              </a:rPr>
              <a:t>In conclusion, web vulnerabilities pose a significant threat to the security and integrity of web applications. Common vulnerabilities such as SQL injection, cross-site scripting (XSS), and cross-site request forgery (CSRF) can be exploited by attackers to steal sensitive information, modify data, or execute malicious code. To mitigate these vulnerabilities, organizations should implement secure coding practices, such as input validation and output encoding, to prevent vulnerabilities from being introduced into web applications. Additionally, the use of automated tools for vulnerability detection and regular security audits can help identify and address vulnerabilities in existing web </a:t>
            </a:r>
            <a:r>
              <a:rPr lang="en-US" sz="1600" dirty="0" err="1">
                <a:latin typeface="Times New Roman" pitchFamily="18" charset="0"/>
                <a:cs typeface="Times New Roman" pitchFamily="18" charset="0"/>
              </a:rPr>
              <a:t>applications.It</a:t>
            </a:r>
            <a:r>
              <a:rPr lang="en-US" sz="1600" dirty="0">
                <a:latin typeface="Times New Roman" pitchFamily="18" charset="0"/>
                <a:cs typeface="Times New Roman" pitchFamily="18" charset="0"/>
              </a:rPr>
              <a:t> is crucial for organizations to stay vigilant and proactive in addressing web vulnerabilities, as the threat landscape continues to evolve. By taking proactive measures to secure their web applications, organizations can reduce the risk of exploitation and protect their assets and reputation</a:t>
            </a:r>
            <a:r>
              <a:rPr lang="en-US" sz="1600" b="1" dirty="0">
                <a:latin typeface="Times New Roman" pitchFamily="18" charset="0"/>
                <a:cs typeface="Times New Roman" pitchFamily="18" charset="0"/>
              </a:rPr>
              <a:t>.</a:t>
            </a:r>
            <a:endParaRPr lang="en-US" sz="1600" dirty="0">
              <a:latin typeface="Times New Roman" pitchFamily="18" charset="0"/>
              <a:cs typeface="Times New Roman" pitchFamily="18" charset="0"/>
            </a:endParaRPr>
          </a:p>
          <a:p>
            <a:pPr algn="just"/>
            <a:endParaRPr lang="en-US" sz="1600" dirty="0">
              <a:latin typeface="Times New Roman" pitchFamily="18" charset="0"/>
              <a:cs typeface="Times New Roman" pitchFamily="18" charset="0"/>
            </a:endParaRPr>
          </a:p>
          <a:p>
            <a:pPr algn="just"/>
            <a:endParaRPr lang="en-US" sz="1600" dirty="0">
              <a:latin typeface="Times New Roman" pitchFamily="18" charset="0"/>
              <a:cs typeface="Times New Roman"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latin typeface="Times New Roman" pitchFamily="18" charset="0"/>
                <a:cs typeface="Times New Roman" pitchFamily="18" charset="0"/>
              </a:rPr>
              <a:t>References</a:t>
            </a:r>
            <a:endParaRPr lang="en-US" sz="40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524000"/>
            <a:ext cx="8229600" cy="4525963"/>
          </a:xfrm>
        </p:spPr>
        <p:txBody>
          <a:bodyPr>
            <a:normAutofit fontScale="77500" lnSpcReduction="20000"/>
          </a:bodyPr>
          <a:lstStyle/>
          <a:p>
            <a:pPr marL="457200" lvl="0" indent="-457200" algn="just">
              <a:buFont typeface="+mj-lt"/>
              <a:buAutoNum type="arabicPeriod"/>
            </a:pPr>
            <a:r>
              <a:rPr lang="en-US" sz="2300" dirty="0" err="1">
                <a:latin typeface="Times New Roman" panose="02020603050405020304" pitchFamily="18" charset="0"/>
                <a:cs typeface="Times New Roman" panose="02020603050405020304" pitchFamily="18" charset="0"/>
              </a:rPr>
              <a:t>Halfond</a:t>
            </a:r>
            <a:r>
              <a:rPr lang="en-US" sz="2300" dirty="0">
                <a:latin typeface="Times New Roman" panose="02020603050405020304" pitchFamily="18" charset="0"/>
                <a:cs typeface="Times New Roman" panose="02020603050405020304" pitchFamily="18" charset="0"/>
              </a:rPr>
              <a:t>, W. G., Orso, A., &amp; Manolios, P. (2006). AMNESIA: Analysis and Monitoring for Neutralizing SQL-Injection Attacks. Proceedings of the 20th IEEE/ACM International Conference on Automated Software Engineering (ASE'06), pp. 174–183.</a:t>
            </a:r>
          </a:p>
          <a:p>
            <a:pPr marL="457200" lvl="0" indent="-457200" algn="just">
              <a:buFont typeface="+mj-lt"/>
              <a:buAutoNum type="arabicPeriod"/>
            </a:pPr>
            <a:r>
              <a:rPr lang="en-US" sz="2300" dirty="0">
                <a:latin typeface="Times New Roman" panose="02020603050405020304" pitchFamily="18" charset="0"/>
                <a:cs typeface="Times New Roman" panose="02020603050405020304" pitchFamily="18" charset="0"/>
              </a:rPr>
              <a:t>Huang, Y., Huang, C., Su, S., &amp; Lee, J. (2014). A Survey on Web Application Security. Journal of Software, 9(1), 218–228.</a:t>
            </a:r>
          </a:p>
          <a:p>
            <a:pPr marL="457200" lvl="0" indent="-457200" algn="just">
              <a:buFont typeface="+mj-lt"/>
              <a:buAutoNum type="arabicPeriod"/>
            </a:pPr>
            <a:r>
              <a:rPr lang="en-US" sz="2300" dirty="0">
                <a:latin typeface="Times New Roman" panose="02020603050405020304" pitchFamily="18" charset="0"/>
                <a:cs typeface="Times New Roman" panose="02020603050405020304" pitchFamily="18" charset="0"/>
              </a:rPr>
              <a:t>Barth, A., Jackson, C., &amp; Mitchell, J. C. (2008). Robust Defenses for Cross-Site Request Forgery. Proceedings of the 15th ACM Conference on Computer and Communications Security (CCS ’08), pp. 75–88.</a:t>
            </a:r>
          </a:p>
          <a:p>
            <a:pPr marL="457200" lvl="0" indent="-457200" algn="just">
              <a:buFont typeface="+mj-lt"/>
              <a:buAutoNum type="arabicPeriod"/>
            </a:pPr>
            <a:r>
              <a:rPr lang="en-US" sz="2300" dirty="0">
                <a:latin typeface="Times New Roman" panose="02020603050405020304" pitchFamily="18" charset="0"/>
                <a:cs typeface="Times New Roman" panose="02020603050405020304" pitchFamily="18" charset="0"/>
              </a:rPr>
              <a:t>Williams, J., &amp; Wichers, D. (2006). OWASP Top Ten Project. OWASP Foundation. Retrieved from: </a:t>
            </a:r>
            <a:r>
              <a:rPr lang="en-US" sz="2300" u="sng" dirty="0">
                <a:latin typeface="Times New Roman" panose="02020603050405020304" pitchFamily="18" charset="0"/>
                <a:cs typeface="Times New Roman" panose="02020603050405020304" pitchFamily="18" charset="0"/>
                <a:hlinkClick r:id="rId2"/>
              </a:rPr>
              <a:t>https://owasp.org</a:t>
            </a:r>
            <a:endParaRPr lang="en-US" sz="2300" dirty="0">
              <a:latin typeface="Times New Roman" panose="02020603050405020304" pitchFamily="18" charset="0"/>
              <a:cs typeface="Times New Roman" panose="02020603050405020304" pitchFamily="18" charset="0"/>
            </a:endParaRPr>
          </a:p>
          <a:p>
            <a:pPr marL="457200" lvl="0" indent="-457200" algn="just">
              <a:buFont typeface="+mj-lt"/>
              <a:buAutoNum type="arabicPeriod"/>
            </a:pPr>
            <a:r>
              <a:rPr lang="en-US" sz="2300" dirty="0" err="1">
                <a:latin typeface="Times New Roman" panose="02020603050405020304" pitchFamily="18" charset="0"/>
                <a:cs typeface="Times New Roman" panose="02020603050405020304" pitchFamily="18" charset="0"/>
              </a:rPr>
              <a:t>Musch</a:t>
            </a:r>
            <a:r>
              <a:rPr lang="en-US" sz="2300" dirty="0">
                <a:latin typeface="Times New Roman" panose="02020603050405020304" pitchFamily="18" charset="0"/>
                <a:cs typeface="Times New Roman" panose="02020603050405020304" pitchFamily="18" charset="0"/>
              </a:rPr>
              <a:t>, M., Wachtel, A., Johns, M., &amp; Rieck, K. (2018). A Survey on Web Application Vulnerability Detection Tools. IEEE Communications Surveys &amp; Tutorials, 21(3), 1413–1435.</a:t>
            </a:r>
          </a:p>
          <a:p>
            <a:pPr marL="457200" lvl="0" indent="-457200" algn="just">
              <a:buFont typeface="+mj-lt"/>
              <a:buAutoNum type="arabicPeriod"/>
            </a:pPr>
            <a:r>
              <a:rPr lang="en-US" sz="2300" dirty="0">
                <a:latin typeface="Times New Roman" panose="02020603050405020304" pitchFamily="18" charset="0"/>
                <a:cs typeface="Times New Roman" panose="02020603050405020304" pitchFamily="18" charset="0"/>
              </a:rPr>
              <a:t>Fonseca, J., Vieira, M., &amp; Madeira, H. (2007). Testing and Comparing Web Vulnerability Scanning Tools for SQL Injection and XSS Attacks. Proceedings of the 13th Pacific Rim International Symposium on Dependable Computing, pp. 365–372.</a:t>
            </a:r>
          </a:p>
          <a:p>
            <a:pPr algn="just"/>
            <a:endParaRPr lang="en-US" sz="1400" dirty="0">
              <a:latin typeface="Times New Roman" pitchFamily="18" charset="0"/>
              <a:cs typeface="Times New Roman"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0164DC-74A6-7FAD-A285-13BC9A8F6EBC}"/>
              </a:ext>
            </a:extLst>
          </p:cNvPr>
          <p:cNvSpPr>
            <a:spLocks noGrp="1"/>
          </p:cNvSpPr>
          <p:nvPr>
            <p:ph idx="1"/>
          </p:nvPr>
        </p:nvSpPr>
        <p:spPr>
          <a:xfrm>
            <a:off x="457200" y="914400"/>
            <a:ext cx="8229600" cy="5211763"/>
          </a:xfrm>
        </p:spPr>
        <p:txBody>
          <a:bodyPr>
            <a:normAutofit/>
          </a:bodyPr>
          <a:lstStyle/>
          <a:p>
            <a:pPr lvl="0" algn="just">
              <a:buFont typeface="+mj-lt"/>
              <a:buAutoNum type="arabicPeriod" startAt="7"/>
            </a:pPr>
            <a:r>
              <a:rPr lang="en-US" sz="1600" dirty="0">
                <a:latin typeface="Times New Roman" panose="02020603050405020304" pitchFamily="18" charset="0"/>
                <a:cs typeface="Times New Roman" panose="02020603050405020304" pitchFamily="18" charset="0"/>
              </a:rPr>
              <a:t>Antunes, N., &amp; Vieira, M. (2015). Comparing the Effectiveness of Penetration Testing and Static Code Analysis. IEEE Transactions on Dependable and Secure Computing, 14(3), 1–14.</a:t>
            </a:r>
          </a:p>
          <a:p>
            <a:pPr lvl="0" algn="just">
              <a:buFont typeface="+mj-lt"/>
              <a:buAutoNum type="arabicPeriod" startAt="7"/>
            </a:pPr>
            <a:r>
              <a:rPr lang="en-US" sz="1600" dirty="0">
                <a:latin typeface="Times New Roman" panose="02020603050405020304" pitchFamily="18" charset="0"/>
                <a:cs typeface="Times New Roman" panose="02020603050405020304" pitchFamily="18" charset="0"/>
              </a:rPr>
              <a:t>Doupe, A., Cova, M., &amp; Vigna, G. (2010). </a:t>
            </a:r>
            <a:r>
              <a:rPr lang="en-US" sz="1600" dirty="0" err="1">
                <a:latin typeface="Times New Roman" panose="02020603050405020304" pitchFamily="18" charset="0"/>
                <a:cs typeface="Times New Roman" panose="02020603050405020304" pitchFamily="18" charset="0"/>
              </a:rPr>
              <a:t>Wepawet</a:t>
            </a:r>
            <a:r>
              <a:rPr lang="en-US" sz="1600" dirty="0">
                <a:latin typeface="Times New Roman" panose="02020603050405020304" pitchFamily="18" charset="0"/>
                <a:cs typeface="Times New Roman" panose="02020603050405020304" pitchFamily="18" charset="0"/>
              </a:rPr>
              <a:t>: An Automated Web Exploit Detection System for JavaScript. Proceedings of the 20th International Conference on World Wide Web (WWW ’10), pp. 635–644.</a:t>
            </a:r>
          </a:p>
          <a:p>
            <a:pPr lvl="0" algn="just">
              <a:buFont typeface="+mj-lt"/>
              <a:buAutoNum type="arabicPeriod" startAt="7"/>
            </a:pPr>
            <a:r>
              <a:rPr lang="en-US" sz="1600" dirty="0">
                <a:latin typeface="Times New Roman" panose="02020603050405020304" pitchFamily="18" charset="0"/>
                <a:cs typeface="Times New Roman" panose="02020603050405020304" pitchFamily="18" charset="0"/>
              </a:rPr>
              <a:t>Li, Y., Tan, L., Wang, X., &amp; Lu, S. (2011). Parameterized Unit Testing for Web Security. Proceedings of the 33rd International Conference on Software Engineering (ICSE ’11), pp. 901–910.</a:t>
            </a:r>
          </a:p>
          <a:p>
            <a:pPr lvl="0" algn="just">
              <a:buFont typeface="+mj-lt"/>
              <a:buAutoNum type="arabicPeriod" startAt="7"/>
            </a:pPr>
            <a:r>
              <a:rPr lang="en-US" sz="1600" dirty="0">
                <a:latin typeface="Times New Roman" panose="02020603050405020304" pitchFamily="18" charset="0"/>
                <a:cs typeface="Times New Roman" panose="02020603050405020304" pitchFamily="18" charset="0"/>
              </a:rPr>
              <a:t>Python Software Foundation. (2023). Python Programming Language – Official Documentation. Retrieved from: </a:t>
            </a:r>
            <a:r>
              <a:rPr lang="en-US" sz="1600" u="sng" dirty="0">
                <a:latin typeface="Times New Roman" panose="02020603050405020304" pitchFamily="18" charset="0"/>
                <a:cs typeface="Times New Roman" panose="02020603050405020304" pitchFamily="18" charset="0"/>
                <a:hlinkClick r:id="rId2"/>
              </a:rPr>
              <a:t>https://www.python.or</a:t>
            </a:r>
            <a:r>
              <a:rPr lang="en-US" sz="1600" u="sng" dirty="0">
                <a:latin typeface="Times New Roman" panose="02020603050405020304" pitchFamily="18" charset="0"/>
                <a:cs typeface="Times New Roman" panose="02020603050405020304" pitchFamily="18" charset="0"/>
              </a:rPr>
              <a:t>g</a:t>
            </a:r>
            <a:endParaRPr lang="en-US" sz="1600" dirty="0">
              <a:latin typeface="Times New Roman" panose="02020603050405020304" pitchFamily="18" charset="0"/>
              <a:cs typeface="Times New Roman" panose="02020603050405020304" pitchFamily="18" charset="0"/>
            </a:endParaRPr>
          </a:p>
          <a:p>
            <a:pPr lvl="0" algn="just">
              <a:buFont typeface="+mj-lt"/>
              <a:buAutoNum type="arabicPeriod" startAt="7"/>
            </a:pPr>
            <a:r>
              <a:rPr lang="en-US" sz="1600" dirty="0">
                <a:latin typeface="Times New Roman" panose="02020603050405020304" pitchFamily="18" charset="0"/>
                <a:cs typeface="Times New Roman" panose="02020603050405020304" pitchFamily="18" charset="0"/>
              </a:rPr>
              <a:t>TensorFlow Developers. (2023). TensorFlow: An Open Source Machine Learning Framework. Retrieved from: </a:t>
            </a:r>
            <a:r>
              <a:rPr lang="en-US" sz="1600" u="sng" dirty="0">
                <a:latin typeface="Times New Roman" panose="02020603050405020304" pitchFamily="18" charset="0"/>
                <a:cs typeface="Times New Roman" panose="02020603050405020304" pitchFamily="18" charset="0"/>
                <a:hlinkClick r:id="rId3"/>
              </a:rPr>
              <a:t>https://www.tensorflow.or</a:t>
            </a:r>
            <a:r>
              <a:rPr lang="en-US" sz="1600" u="sng" dirty="0">
                <a:latin typeface="Times New Roman" panose="02020603050405020304" pitchFamily="18" charset="0"/>
                <a:cs typeface="Times New Roman" panose="02020603050405020304" pitchFamily="18" charset="0"/>
              </a:rPr>
              <a:t>g</a:t>
            </a:r>
            <a:endParaRPr lang="en-US" sz="1600" dirty="0">
              <a:latin typeface="Times New Roman" panose="02020603050405020304" pitchFamily="18" charset="0"/>
              <a:cs typeface="Times New Roman" panose="02020603050405020304" pitchFamily="18" charset="0"/>
            </a:endParaRPr>
          </a:p>
          <a:p>
            <a:pPr lvl="0" algn="just">
              <a:buFont typeface="+mj-lt"/>
              <a:buAutoNum type="arabicPeriod" startAt="7"/>
            </a:pPr>
            <a:r>
              <a:rPr lang="en-US" sz="1600" dirty="0">
                <a:latin typeface="Times New Roman" panose="02020603050405020304" pitchFamily="18" charset="0"/>
                <a:cs typeface="Times New Roman" panose="02020603050405020304" pitchFamily="18" charset="0"/>
              </a:rPr>
              <a:t>Scikit-learn Developers. (2023). Scikit-learn: Machine Learning in Python. Retrieved from: </a:t>
            </a:r>
            <a:r>
              <a:rPr lang="en-US" sz="1600" u="sng" dirty="0">
                <a:latin typeface="Times New Roman" panose="02020603050405020304" pitchFamily="18" charset="0"/>
                <a:cs typeface="Times New Roman" panose="02020603050405020304" pitchFamily="18" charset="0"/>
                <a:hlinkClick r:id="rId4"/>
              </a:rPr>
              <a:t>https://scikit-learn.org/stable</a:t>
            </a:r>
            <a:r>
              <a:rPr lang="en-US" sz="1600" u="sng" dirty="0">
                <a:latin typeface="Times New Roman" panose="02020603050405020304" pitchFamily="18" charset="0"/>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a:p>
            <a:pPr lvl="0" algn="just">
              <a:buFont typeface="+mj-lt"/>
              <a:buAutoNum type="arabicPeriod" startAt="7"/>
            </a:pPr>
            <a:r>
              <a:rPr lang="en-US" sz="1600" dirty="0" err="1">
                <a:latin typeface="Times New Roman" panose="02020603050405020304" pitchFamily="18" charset="0"/>
                <a:cs typeface="Times New Roman" panose="02020603050405020304" pitchFamily="18" charset="0"/>
              </a:rPr>
              <a:t>GeeksforGeeks</a:t>
            </a:r>
            <a:r>
              <a:rPr lang="en-US" sz="1600" dirty="0">
                <a:latin typeface="Times New Roman" panose="02020603050405020304" pitchFamily="18" charset="0"/>
                <a:cs typeface="Times New Roman" panose="02020603050405020304" pitchFamily="18" charset="0"/>
              </a:rPr>
              <a:t>. (2023). Software Development Life Cycle (SDLC) – Models, Types, Phases. Retrieved from: </a:t>
            </a:r>
            <a:r>
              <a:rPr lang="en-US" sz="1600" u="sng" dirty="0">
                <a:latin typeface="Times New Roman" panose="02020603050405020304" pitchFamily="18" charset="0"/>
                <a:cs typeface="Times New Roman" panose="02020603050405020304" pitchFamily="18" charset="0"/>
                <a:hlinkClick r:id="rId5"/>
              </a:rPr>
              <a:t>https://www.geeksforgeeks.org/sdlc-models-types-phases-use</a:t>
            </a:r>
            <a:endParaRPr lang="en-US" sz="1600"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9548066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E05058-0AE2-36A8-38AD-816190287BD8}"/>
              </a:ext>
            </a:extLst>
          </p:cNvPr>
          <p:cNvSpPr>
            <a:spLocks noGrp="1"/>
          </p:cNvSpPr>
          <p:nvPr>
            <p:ph idx="1"/>
          </p:nvPr>
        </p:nvSpPr>
        <p:spPr/>
        <p:txBody>
          <a:bodyPr/>
          <a:lstStyle/>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a:t>
            </a:r>
            <a:r>
              <a:rPr lang="en-US" sz="4000" dirty="0">
                <a:latin typeface="Times New Roman" panose="02020603050405020304" pitchFamily="18" charset="0"/>
                <a:cs typeface="Times New Roman" panose="02020603050405020304" pitchFamily="18" charset="0"/>
              </a:rPr>
              <a:t>THANK YOU</a:t>
            </a:r>
          </a:p>
          <a:p>
            <a:pPr marL="0" indent="0">
              <a:buNone/>
            </a:pPr>
            <a:endParaRPr lang="en-US" dirty="0"/>
          </a:p>
        </p:txBody>
      </p:sp>
    </p:spTree>
    <p:extLst>
      <p:ext uri="{BB962C8B-B14F-4D97-AF65-F5344CB8AC3E}">
        <p14:creationId xmlns:p14="http://schemas.microsoft.com/office/powerpoint/2010/main" val="1937535199"/>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Quarterly earnings presentation">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Century Gothic-Palatino Linotyp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panose="0204050205050503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spDef>
      <a:spPr/>
      <a:bodyPr rtlCol="0" anchor="ctr"/>
      <a:lstStyle>
        <a:defPPr algn="ctr">
          <a:defRPr dirty="0"/>
        </a:defPPr>
      </a:lstStyle>
      <a:style>
        <a:lnRef idx="3">
          <a:schemeClr val="lt1"/>
        </a:lnRef>
        <a:fillRef idx="1">
          <a:schemeClr val="accent2"/>
        </a:fillRef>
        <a:effectRef idx="1">
          <a:schemeClr val="accent2"/>
        </a:effectRef>
        <a:fontRef idx="minor">
          <a:schemeClr val="lt1"/>
        </a:fontRef>
      </a:style>
    </a:spDef>
    <a:lnDef>
      <a:spPr/>
      <a:bodyPr/>
      <a:lstStyle/>
      <a:style>
        <a:lnRef idx="1">
          <a:schemeClr val="accent1"/>
        </a:lnRef>
        <a:fillRef idx="0">
          <a:schemeClr val="accent1"/>
        </a:fillRef>
        <a:effectRef idx="0">
          <a:schemeClr val="accent1"/>
        </a:effectRef>
        <a:fontRef idx="minor">
          <a:schemeClr val="tx1"/>
        </a:fontRef>
      </a:style>
    </a:lnDef>
    <a:txDef>
      <a:spPr bwMode="auto">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a:spPr>
      <a:bodyPr anchor="ctr"/>
      <a:lstStyle>
        <a:defPPr eaLnBrk="1" hangingPunct="1">
          <a:spcBef>
            <a:spcPct val="0"/>
          </a:spcBef>
          <a:buClrTx/>
          <a:buSzTx/>
          <a:buFontTx/>
          <a:buNone/>
          <a:defRPr sz="1400" dirty="0" smtClean="0">
            <a:solidFill>
              <a:schemeClr val="tx2"/>
            </a:solidFill>
          </a:defRPr>
        </a:defPPr>
      </a:lstStyle>
    </a:txDef>
  </a:objectDefaults>
  <a:extraClrSchemeLst/>
  <a:extLst>
    <a:ext uri="{05A4C25C-085E-4340-85A3-A5531E510DB2}">
      <thm15:themeFamily xmlns:thm15="http://schemas.microsoft.com/office/thememl/2012/main" name="Quarterly earnings presentation" id="{0D943C51-2B86-4013-B604-53D1EF40AFB5}" vid="{0D6FE234-CE13-49D3-9FC5-DC9E562B90C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317</TotalTime>
  <Words>2837</Words>
  <Application>Microsoft Office PowerPoint</Application>
  <PresentationFormat>On-screen Show (4:3)</PresentationFormat>
  <Paragraphs>109</Paragraphs>
  <Slides>28</Slides>
  <Notes>2</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28</vt:i4>
      </vt:variant>
    </vt:vector>
  </HeadingPairs>
  <TitlesOfParts>
    <vt:vector size="37" baseType="lpstr">
      <vt:lpstr>Arial</vt:lpstr>
      <vt:lpstr>Calibri</vt:lpstr>
      <vt:lpstr>Century Gothic</vt:lpstr>
      <vt:lpstr>Microsoft Sans Serif</vt:lpstr>
      <vt:lpstr>Palatino Linotype</vt:lpstr>
      <vt:lpstr>Times New Roman</vt:lpstr>
      <vt:lpstr>Wingdings 2</vt:lpstr>
      <vt:lpstr>Office Theme</vt:lpstr>
      <vt:lpstr>Quarterly earnings presentation</vt:lpstr>
      <vt:lpstr> Web Security Threat Detection   </vt:lpstr>
      <vt:lpstr>ABSTRACT</vt:lpstr>
      <vt:lpstr> INTRODUCTION   </vt:lpstr>
      <vt:lpstr> Literature Survey </vt:lpstr>
      <vt:lpstr>Literature Surve</vt:lpstr>
      <vt:lpstr>Literature Survey</vt:lpstr>
      <vt:lpstr> EXISTING SYSTEM </vt:lpstr>
      <vt:lpstr>DRAW BACKS </vt:lpstr>
      <vt:lpstr>PROPOSED SYSTEM </vt:lpstr>
      <vt:lpstr>ADVANTAGES</vt:lpstr>
      <vt:lpstr> SYSTEM REQUIREMENTS </vt:lpstr>
      <vt:lpstr>SOFTWARE REQUIREMENTS</vt:lpstr>
      <vt:lpstr> SYSTEM ARCHITECTURE </vt:lpstr>
      <vt:lpstr> UML DIAGRAMS </vt:lpstr>
      <vt:lpstr>CLASS DIAGRAM</vt:lpstr>
      <vt:lpstr>SEQUENCE DIAGRAM</vt:lpstr>
      <vt:lpstr>COLLRABATION  DIAGRAM</vt:lpstr>
      <vt:lpstr>DATA FLOW </vt:lpstr>
      <vt:lpstr>FLOW CHAT</vt:lpstr>
      <vt:lpstr>ACTIVITY DIAGRAM </vt:lpstr>
      <vt:lpstr>Modules</vt:lpstr>
      <vt:lpstr> Numpy </vt:lpstr>
      <vt:lpstr> Pandas </vt:lpstr>
      <vt:lpstr> Matplotlib </vt:lpstr>
      <vt:lpstr>CONLUSION </vt:lpstr>
      <vt:lpstr>References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Vulnerability</dc:title>
  <dc:creator>sys1</dc:creator>
  <cp:lastModifiedBy>K Hemanth</cp:lastModifiedBy>
  <cp:revision>12</cp:revision>
  <dcterms:created xsi:type="dcterms:W3CDTF">2006-08-16T00:00:00Z</dcterms:created>
  <dcterms:modified xsi:type="dcterms:W3CDTF">2025-09-29T04:03:18Z</dcterms:modified>
</cp:coreProperties>
</file>